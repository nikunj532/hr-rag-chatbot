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image" Target="../media/image-5-1.png"/><Relationship Id="rId12" Type="http://schemas.openxmlformats.org/officeDocument/2006/relationships/image" Target="../media/image-5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929408"/>
            <a:ext cx="2392303" cy="355203"/>
          </a:xfrm>
          <a:prstGeom prst="roundRect">
            <a:avLst>
              <a:gd name="adj" fmla="val 17880"/>
            </a:avLst>
          </a:prstGeom>
          <a:solidFill>
            <a:srgbClr val="DDEEE0"/>
          </a:solidFill>
          <a:ln/>
        </p:spPr>
      </p:sp>
      <p:sp>
        <p:nvSpPr>
          <p:cNvPr id="4" name="Shape 1"/>
          <p:cNvSpPr/>
          <p:nvPr/>
        </p:nvSpPr>
        <p:spPr>
          <a:xfrm>
            <a:off x="774879" y="2031405"/>
            <a:ext cx="151206" cy="151209"/>
          </a:xfrm>
          <a:prstGeom prst="rect">
            <a:avLst/>
          </a:prstGeom>
          <a:solidFill>
            <a:srgbClr val="405449"/>
          </a:solidFill>
          <a:ln/>
        </p:spPr>
      </p:sp>
      <p:sp>
        <p:nvSpPr>
          <p:cNvPr id="5" name="Text 2"/>
          <p:cNvSpPr/>
          <p:nvPr/>
        </p:nvSpPr>
        <p:spPr>
          <a:xfrm>
            <a:off x="1001687" y="1986062"/>
            <a:ext cx="2548271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SAKSOFT INTERNAL TOOL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2360216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Company PolicyBot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661475" y="323433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AI-powered assistant built on Retrieval-Augmented Generation — designed to answer employee policy questions instantly and accurately, using only Saksoft's official documents.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4401443"/>
            <a:ext cx="6296860" cy="25400"/>
          </a:xfrm>
          <a:prstGeom prst="roundRect">
            <a:avLst>
              <a:gd name="adj" fmla="val 5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61475" y="4686697"/>
            <a:ext cx="690644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info@saksoft.com | www.saksoft.com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82315"/>
            <a:ext cx="1054470" cy="264815"/>
          </a:xfrm>
          <a:prstGeom prst="roundRect">
            <a:avLst>
              <a:gd name="adj" fmla="val 19186"/>
            </a:avLst>
          </a:prstGeom>
          <a:solidFill>
            <a:srgbClr val="DDEEE0"/>
          </a:solidFill>
          <a:ln/>
        </p:spPr>
      </p:sp>
      <p:sp>
        <p:nvSpPr>
          <p:cNvPr id="4" name="Text 1"/>
          <p:cNvSpPr/>
          <p:nvPr/>
        </p:nvSpPr>
        <p:spPr>
          <a:xfrm>
            <a:off x="752159" y="627658"/>
            <a:ext cx="148268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895449"/>
            <a:ext cx="438992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3B4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RAG?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61475" y="1549301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Retrieval-Augmented Generation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combines search with AI generation — retrieving relevant company documents first, then passing them to the LLM as grounded context.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20702"/>
            <a:ext cx="6296860" cy="10846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7928" y="2290961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07928" y="2599730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LLMs hallucinate — they answer from parametric training data, not your documents.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26309"/>
            <a:ext cx="6296860" cy="10846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7928" y="3496568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Solution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907928" y="3805337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retrieves relevant company documents first, then feeds them to the LLM as context.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531916"/>
            <a:ext cx="6296860" cy="8669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7928" y="4702175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Result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907928" y="5010944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Accurate, grounded answers — no hallucination, no outdated info.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61475" y="5534918"/>
            <a:ext cx="6296860" cy="740767"/>
          </a:xfrm>
          <a:prstGeom prst="roundRect">
            <a:avLst>
              <a:gd name="adj" fmla="val 8574"/>
            </a:avLst>
          </a:prstGeom>
          <a:solidFill>
            <a:srgbClr val="DDEEE0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680" y="5737622"/>
            <a:ext cx="189007" cy="15120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52893" y="5693668"/>
            <a:ext cx="565423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Benefit: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Works on your private company data — no retraining or fine-tuning needed.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7048"/>
            <a:ext cx="1111123" cy="264815"/>
          </a:xfrm>
          <a:prstGeom prst="roundRect">
            <a:avLst>
              <a:gd name="adj" fmla="val 19186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712391"/>
            <a:ext cx="153934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80182"/>
            <a:ext cx="440302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3B4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634034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asks a question via a Streamlit chat interface. The system retrieves, augments, and generates — all in three steps.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1092" y="1987748"/>
            <a:ext cx="7809412" cy="2827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64425" y="4124708"/>
            <a:ext cx="1956298" cy="244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Generate Answer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764425" y="3272610"/>
            <a:ext cx="1956298" cy="24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Send Context+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764425" y="2411818"/>
            <a:ext cx="1956298" cy="24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ChromaDB Search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1475" y="5071765"/>
            <a:ext cx="249975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4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Storage &amp; Ingest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1475" y="5428952"/>
            <a:ext cx="524993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chroma_db/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persists on disk — embeddings survive restarts, no reprocessing needed.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ingest.py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runs once: loads .txt/.pdf/.docx, chunks, embeds, and stores.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7800" y="4950817"/>
            <a:ext cx="5467610" cy="1240036"/>
          </a:xfrm>
          <a:prstGeom prst="roundRect">
            <a:avLst>
              <a:gd name="adj" fmla="val 8780"/>
            </a:avLst>
          </a:prstGeom>
          <a:solidFill>
            <a:srgbClr val="DFEEE2"/>
          </a:solidFill>
          <a:ln/>
        </p:spPr>
      </p:sp>
      <p:sp>
        <p:nvSpPr>
          <p:cNvPr id="13" name="Text 10"/>
          <p:cNvSpPr/>
          <p:nvPr/>
        </p:nvSpPr>
        <p:spPr>
          <a:xfrm>
            <a:off x="6329006" y="5071765"/>
            <a:ext cx="249975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4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Chat Runtime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329006" y="5428952"/>
            <a:ext cx="5165199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app.py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runs the Streamlit UI — connects to the existing DB. The LLM model is switchable via dropdown, giving users control over speed vs. accuracy.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6645"/>
            <a:ext cx="1021035" cy="264815"/>
          </a:xfrm>
          <a:prstGeom prst="roundRect">
            <a:avLst>
              <a:gd name="adj" fmla="val 19186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661988"/>
            <a:ext cx="144925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29779"/>
            <a:ext cx="438992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3B4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 Stack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583630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component is open-source or free-tier —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 infrastructure cost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the prototype.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37345"/>
            <a:ext cx="378014" cy="3780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2466578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1475" y="2775347"/>
            <a:ext cx="535877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— chat UI with file upload (＋), model dropdown, and conversation history.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1450" y="1937345"/>
            <a:ext cx="378014" cy="3780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1450" y="2466578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Vector DB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171450" y="2775347"/>
            <a:ext cx="535877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ChromaDB (persistent, local) — stores embeddings via ONNX model. No external API required.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52614"/>
            <a:ext cx="378014" cy="3780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1475" y="3981847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61475" y="4290616"/>
            <a:ext cx="535877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API (free tier) — llama-3.1-8b-instant, llama-3.3-70b, and gemma2-9b-it models.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1450" y="3452614"/>
            <a:ext cx="378014" cy="37802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71450" y="3981847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 Loaders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171450" y="4290616"/>
            <a:ext cx="535877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pypdf (PDF), python-docx (Word), plain open() (txt) — no LangChain wrappers.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967883"/>
            <a:ext cx="378014" cy="37802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1475" y="5497116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Environment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661475" y="5805884"/>
            <a:ext cx="535877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3.13, virtual environment, .env for secrets, python-dotenv for key management.</a:t>
            </a:r>
            <a:endParaRPr lang="en-US" sz="11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71450" y="4967883"/>
            <a:ext cx="378014" cy="37802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71450" y="5497116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This Stack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6171450" y="5805884"/>
            <a:ext cx="535877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Crash-safe — direct library calls avoid Windows DLL conflicts. No fragile framework wrappers.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3653"/>
            <a:ext cx="869035" cy="308868"/>
          </a:xfrm>
          <a:prstGeom prst="roundRect">
            <a:avLst>
              <a:gd name="adj" fmla="val 18506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704652"/>
            <a:ext cx="1274631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023739"/>
            <a:ext cx="486249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784945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PolicyBot is production-ready for internal HR use at Saksoft — built for reliability, flexibility, and transparency.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15753"/>
            <a:ext cx="5357778" cy="12274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7881" y="2392164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Multi-format Upload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7881" y="2749649"/>
            <a:ext cx="500496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.txt, .pdf, .docx — upload directly via the ＋ icon in chat. No code needed.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343" y="2215753"/>
            <a:ext cx="5357877" cy="12274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48750" y="2392164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Indexing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348750" y="2749649"/>
            <a:ext cx="500506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Uploaded docs are chunked, embedded, and queryable immediately — no restart required.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96283"/>
            <a:ext cx="5357778" cy="12274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7881" y="3772694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Hallucination-safe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837881" y="4130179"/>
            <a:ext cx="500496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strictly from uploaded docs. Says "I don't have that info" when context is insufficient.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2343" y="3596283"/>
            <a:ext cx="5357877" cy="122743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48750" y="3772694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Switcher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6348750" y="4130179"/>
            <a:ext cx="500506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Toggle between llama-3.1-8b (fast) and llama-3.3-70b (accurate) from the dropdown.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976813"/>
            <a:ext cx="5357778" cy="122743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7881" y="5153223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Persistent DB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837881" y="5510709"/>
            <a:ext cx="500496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ChromaDB saves embeddings to disk — no reprocessing on restart, instant load.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72343" y="4976813"/>
            <a:ext cx="5357877" cy="122743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348750" y="5153223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 Visibility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6348750" y="5510709"/>
            <a:ext cx="500506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status box: Saving → Reading → Chunking → Embedding → Stored during every upload.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0620"/>
            <a:ext cx="1418495" cy="355203"/>
          </a:xfrm>
          <a:prstGeom prst="roundRect">
            <a:avLst>
              <a:gd name="adj" fmla="val 17880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27273"/>
            <a:ext cx="1801271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WALKTHROUGH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01427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 Walkthrough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975545"/>
            <a:ext cx="11478330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→ opens browser at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localhost:8501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249693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2792809"/>
            <a:ext cx="3496877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938066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First-Time Setup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61475" y="3346748"/>
            <a:ext cx="3496877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ingest.py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load all docs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data/policies/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ChromaDB.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7359" y="249693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47359" y="2792809"/>
            <a:ext cx="3496877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2" name="Text 10"/>
          <p:cNvSpPr/>
          <p:nvPr/>
        </p:nvSpPr>
        <p:spPr>
          <a:xfrm>
            <a:off x="4347359" y="2938066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a Model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4347359" y="3346748"/>
            <a:ext cx="3496877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app — choose from dropdown.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llama-3.1-8b-instant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default and fastest.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33244" y="249693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33244" y="2792809"/>
            <a:ext cx="3496877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6" name="Text 14"/>
          <p:cNvSpPr/>
          <p:nvPr/>
        </p:nvSpPr>
        <p:spPr>
          <a:xfrm>
            <a:off x="8033244" y="2938066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Attach a Document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033244" y="3346748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＋ icon → attach a policy PDF/DOCX → watch the live indexing status box complete.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459105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1475" y="4886920"/>
            <a:ext cx="5339820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" y="5032177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Ask a Question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661475" y="5440859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 "How many annual leaves do I get?" — bot replies with exact policy detail from the doc.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190301" y="459105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190301" y="4886920"/>
            <a:ext cx="5339820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4" name="Text 22"/>
          <p:cNvSpPr/>
          <p:nvPr/>
        </p:nvSpPr>
        <p:spPr>
          <a:xfrm>
            <a:off x="6190301" y="5032177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Steps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6190301" y="5440859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on Streamlit Cloud, add authentication, and connect to the actual Saksoft policy library.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76424"/>
            <a:ext cx="6906444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400" b="1" dirty="0">
                <a:solidFill>
                  <a:srgbClr val="3B45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7400" dirty="0"/>
          </a:p>
        </p:txBody>
      </p:sp>
      <p:sp>
        <p:nvSpPr>
          <p:cNvPr id="4" name="Text 1"/>
          <p:cNvSpPr/>
          <p:nvPr/>
        </p:nvSpPr>
        <p:spPr>
          <a:xfrm>
            <a:off x="661475" y="254129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further details, please contact us.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103563"/>
            <a:ext cx="6296860" cy="25400"/>
          </a:xfrm>
          <a:prstGeom prst="roundRect">
            <a:avLst>
              <a:gd name="adj" fmla="val 5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3388816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8F3E8"/>
          </a:solidFill>
          <a:ln w="6350">
            <a:solidFill>
              <a:srgbClr val="CED9C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6832" y="3584178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Website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399286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www.saksoft.com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1475" y="4679652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8F3E8"/>
          </a:solidFill>
          <a:ln w="6350">
            <a:solidFill>
              <a:srgbClr val="CED9C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6832" y="4875014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56832" y="5283696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info@saksoft.com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2026-07-01T09:52:30Z</dcterms:created>
  <dcterms:modified xsi:type="dcterms:W3CDTF">2026-07-01T09:52:30Z</dcterms:modified>
</cp:coreProperties>
</file>