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425" r:id="rId2"/>
    <p:sldId id="261" r:id="rId3"/>
    <p:sldId id="427" r:id="rId10"/>
    <p:sldId id="428" r:id="rId11"/>
    <p:sldId id="429" r:id="rId12"/>
    <p:sldId id="430" r:id="rId13"/>
    <p:sldId id="282"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52"/>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291343-7586-4722-AB30-E85401BDBBDC}" type="datetimeFigureOut">
              <a:rPr lang="en-IN" smtClean="0"/>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4ED1CE-2856-447C-9FDD-9D900F0A3DDA}" type="slidenum">
              <a:rPr lang="en-IN" smtClean="0"/>
              <a:t>‹#›</a:t>
            </a:fld>
            <a:endParaRPr lang="en-IN"/>
          </a:p>
        </p:txBody>
      </p:sp>
    </p:spTree>
    <p:extLst>
      <p:ext uri="{BB962C8B-B14F-4D97-AF65-F5344CB8AC3E}">
        <p14:creationId xmlns:p14="http://schemas.microsoft.com/office/powerpoint/2010/main" val="1428680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sz="1200" b="1" kern="1200" dirty="0">
                <a:solidFill>
                  <a:schemeClr val="tx1"/>
                </a:solidFill>
                <a:effectLst/>
                <a:latin typeface="+mn-lt"/>
                <a:ea typeface="+mn-ea"/>
                <a:cs typeface="+mn-cs"/>
              </a:rPr>
              <a:t>Client Overview</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The Client is a territorial police force responsible for policing a city in North West England. The service area is 647 square kilometres with a population of around 1.5 million. As of March 2009 the service has 4,494 police officers, 2,221 staff, 442 police community support officers and 420 special constables.</a:t>
            </a:r>
          </a:p>
          <a:p>
            <a:r>
              <a:rPr lang="en-IN" sz="1200" b="1" kern="1200" dirty="0">
                <a:solidFill>
                  <a:schemeClr val="tx1"/>
                </a:solidFill>
                <a:effectLst/>
                <a:latin typeface="+mn-lt"/>
                <a:ea typeface="+mn-ea"/>
                <a:cs typeface="+mn-cs"/>
              </a:rPr>
              <a:t>Business Challenge</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xml:space="preserve">The Client had a conventional data management system in place. They were unable to replace it due to security concerns. The Client was looking for a trusted partner who can replace an existing system with an advanced Business Intelligence tool. They wanted to deliver accurate and relevant crime information from their central data warehouse to a set of users to enable data driven business decisions. </a:t>
            </a:r>
          </a:p>
          <a:p>
            <a:r>
              <a:rPr lang="en-IN" sz="1200" b="1" kern="1200" dirty="0">
                <a:solidFill>
                  <a:schemeClr val="tx1"/>
                </a:solidFill>
                <a:effectLst/>
                <a:latin typeface="+mn-lt"/>
                <a:ea typeface="+mn-ea"/>
                <a:cs typeface="+mn-cs"/>
              </a:rPr>
              <a:t>Business Solution</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Acuma initiated a migration to Microsoft BI by installing the necessary software and prototyping the functionality needed for a large number of reports and dashboards. After understanding the existing functionality, Acuma recommended using SQL Server Reporting Services and then other tools as further capabilities are identified. The result was a successful proof of concept and overall solution design for the migration and detailed approach and estimates to complete the work.</a:t>
            </a:r>
          </a:p>
          <a:p>
            <a:r>
              <a:rPr lang="en-IN" sz="1200" kern="1200" dirty="0">
                <a:solidFill>
                  <a:schemeClr val="tx1"/>
                </a:solidFill>
                <a:effectLst/>
                <a:latin typeface="+mn-lt"/>
                <a:ea typeface="+mn-ea"/>
                <a:cs typeface="+mn-cs"/>
              </a:rPr>
              <a:t>On successful completion of the prototyping phase, Acuma team began the live migration with the following deliverables:</a:t>
            </a:r>
          </a:p>
          <a:p>
            <a:pPr lvl="0"/>
            <a:r>
              <a:rPr lang="en-IN" sz="1200" kern="1200" dirty="0">
                <a:solidFill>
                  <a:schemeClr val="tx1"/>
                </a:solidFill>
                <a:effectLst/>
                <a:latin typeface="+mn-lt"/>
                <a:ea typeface="+mn-ea"/>
                <a:cs typeface="+mn-cs"/>
              </a:rPr>
              <a:t>Platform installation and configuration of the latest Microsoft BI tools</a:t>
            </a:r>
          </a:p>
          <a:p>
            <a:pPr lvl="0"/>
            <a:r>
              <a:rPr lang="en-IN" sz="1200" kern="1200" dirty="0">
                <a:solidFill>
                  <a:schemeClr val="tx1"/>
                </a:solidFill>
                <a:effectLst/>
                <a:latin typeface="+mn-lt"/>
                <a:ea typeface="+mn-ea"/>
                <a:cs typeface="+mn-cs"/>
              </a:rPr>
              <a:t>Development of new reports and migration of existing reports and dashboards</a:t>
            </a:r>
          </a:p>
          <a:p>
            <a:pPr lvl="0"/>
            <a:r>
              <a:rPr lang="en-IN" sz="1200" kern="1200" dirty="0">
                <a:solidFill>
                  <a:schemeClr val="tx1"/>
                </a:solidFill>
                <a:effectLst/>
                <a:latin typeface="+mn-lt"/>
                <a:ea typeface="+mn-ea"/>
                <a:cs typeface="+mn-cs"/>
              </a:rPr>
              <a:t>Customised BI Portal</a:t>
            </a:r>
          </a:p>
          <a:p>
            <a:pPr lvl="0"/>
            <a:r>
              <a:rPr lang="en-IN" sz="1200" kern="1200" dirty="0">
                <a:solidFill>
                  <a:schemeClr val="tx1"/>
                </a:solidFill>
                <a:effectLst/>
                <a:latin typeface="+mn-lt"/>
                <a:ea typeface="+mn-ea"/>
                <a:cs typeface="+mn-cs"/>
              </a:rPr>
              <a:t>Migration of existing functionalities to the new platform</a:t>
            </a:r>
          </a:p>
          <a:p>
            <a:pPr lvl="0"/>
            <a:r>
              <a:rPr lang="en-IN" sz="1200" kern="1200" dirty="0">
                <a:solidFill>
                  <a:schemeClr val="tx1"/>
                </a:solidFill>
                <a:effectLst/>
                <a:latin typeface="+mn-lt"/>
                <a:ea typeface="+mn-ea"/>
                <a:cs typeface="+mn-cs"/>
              </a:rPr>
              <a:t>Support for UAT and Go-live</a:t>
            </a:r>
          </a:p>
          <a:p>
            <a:pPr lvl="0"/>
            <a:r>
              <a:rPr lang="en-IN" sz="1200" kern="1200" dirty="0">
                <a:solidFill>
                  <a:schemeClr val="tx1"/>
                </a:solidFill>
                <a:effectLst/>
                <a:latin typeface="+mn-lt"/>
                <a:ea typeface="+mn-ea"/>
                <a:cs typeface="+mn-cs"/>
              </a:rPr>
              <a:t>Desk side support, knowledge transfer and user training to the BI team on the Microsoft products</a:t>
            </a:r>
          </a:p>
          <a:p>
            <a:r>
              <a:rPr lang="en-IN" sz="1200" kern="1200" dirty="0">
                <a:solidFill>
                  <a:schemeClr val="tx1"/>
                </a:solidFill>
                <a:effectLst/>
                <a:latin typeface="+mn-lt"/>
                <a:ea typeface="+mn-ea"/>
                <a:cs typeface="+mn-cs"/>
              </a:rPr>
              <a:t>Apart from the original solution, Acuma also provided features such use of maps to identify various types of crime clusters as well as potential lawbreakers who reside in or commit crime in the local area.</a:t>
            </a:r>
          </a:p>
          <a:p>
            <a:r>
              <a:rPr lang="en-IN" sz="1200" b="1" kern="1200" dirty="0">
                <a:solidFill>
                  <a:schemeClr val="tx1"/>
                </a:solidFill>
                <a:effectLst/>
                <a:latin typeface="+mn-lt"/>
                <a:ea typeface="+mn-ea"/>
                <a:cs typeface="+mn-cs"/>
              </a:rPr>
              <a:t>Business Benefits</a:t>
            </a:r>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An integrated view of the crime and incident data that allows the Client to make data driven decisions</a:t>
            </a:r>
          </a:p>
          <a:p>
            <a:pPr lvl="0"/>
            <a:r>
              <a:rPr lang="en-IN" sz="1200" kern="1200" dirty="0">
                <a:solidFill>
                  <a:schemeClr val="tx1"/>
                </a:solidFill>
                <a:effectLst/>
                <a:latin typeface="+mn-lt"/>
                <a:ea typeface="+mn-ea"/>
                <a:cs typeface="+mn-cs"/>
              </a:rPr>
              <a:t>Increased data credibility and easy access to critical information</a:t>
            </a:r>
          </a:p>
          <a:p>
            <a:pPr lvl="0"/>
            <a:r>
              <a:rPr lang="en-IN" sz="1200" b="1" kern="1200" dirty="0">
                <a:solidFill>
                  <a:schemeClr val="tx1"/>
                </a:solidFill>
                <a:effectLst/>
                <a:latin typeface="+mn-lt"/>
                <a:ea typeface="+mn-ea"/>
                <a:cs typeface="+mn-cs"/>
              </a:rPr>
              <a:t xml:space="preserve">‘N’ </a:t>
            </a:r>
            <a:r>
              <a:rPr lang="en-IN" sz="1200" kern="1200" dirty="0">
                <a:solidFill>
                  <a:schemeClr val="tx1"/>
                </a:solidFill>
                <a:effectLst/>
                <a:latin typeface="+mn-lt"/>
                <a:ea typeface="+mn-ea"/>
                <a:cs typeface="+mn-cs"/>
              </a:rPr>
              <a:t>number of reports are generated daily</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D9091585-E16F-414D-A53C-0FB2C73247E6}" type="slidenum">
              <a:rPr lang="en-IN" smtClean="0"/>
              <a:t>3</a:t>
            </a:fld>
            <a:endParaRPr lang="en-IN" dirty="0"/>
          </a:p>
        </p:txBody>
      </p:sp>
    </p:spTree>
    <p:extLst>
      <p:ext uri="{BB962C8B-B14F-4D97-AF65-F5344CB8AC3E}">
        <p14:creationId xmlns:p14="http://schemas.microsoft.com/office/powerpoint/2010/main" val="4065643933"/>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2.png"/><Relationship Id="rId7" Type="http://schemas.openxmlformats.org/officeDocument/2006/relationships/image" Target="../media/image6.emf"/><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13.xml.rels><?xml version="1.0" encoding="UTF-8"?><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19F40-0479-5887-7EBA-85CDD32868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D5B8739-4BA0-B2D5-39F3-084951390B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77BAF7D-B9C5-5A16-8C72-E374D4549CFD}"/>
              </a:ext>
            </a:extLst>
          </p:cNvPr>
          <p:cNvSpPr>
            <a:spLocks noGrp="1"/>
          </p:cNvSpPr>
          <p:nvPr>
            <p:ph type="dt" sz="half" idx="10"/>
          </p:nvPr>
        </p:nvSpPr>
        <p:spPr/>
        <p:txBody>
          <a:bodyPr/>
          <a:lstStyle/>
          <a:p>
            <a:fld id="{FAD67B0D-84ED-4595-8F8B-43BF477860EB}" type="datetimeFigureOut">
              <a:rPr lang="en-IN" smtClean="0"/>
              <a:t>07-04-2026</a:t>
            </a:fld>
            <a:endParaRPr lang="en-IN"/>
          </a:p>
        </p:txBody>
      </p:sp>
      <p:sp>
        <p:nvSpPr>
          <p:cNvPr id="5" name="Footer Placeholder 4">
            <a:extLst>
              <a:ext uri="{FF2B5EF4-FFF2-40B4-BE49-F238E27FC236}">
                <a16:creationId xmlns:a16="http://schemas.microsoft.com/office/drawing/2014/main" id="{60AB2347-1E48-D37F-0DE3-89AEFA48D1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79102E-7F03-4E2B-277D-3D313641EC9C}"/>
              </a:ext>
            </a:extLst>
          </p:cNvPr>
          <p:cNvSpPr>
            <a:spLocks noGrp="1"/>
          </p:cNvSpPr>
          <p:nvPr>
            <p:ph type="sldNum" sz="quarter" idx="12"/>
          </p:nvPr>
        </p:nvSpPr>
        <p:spPr/>
        <p:txBody>
          <a:bodyPr/>
          <a:lstStyle/>
          <a:p>
            <a:fld id="{1362BC41-9FA9-4CB6-86E5-EF0867C7A1F3}" type="slidenum">
              <a:rPr lang="en-IN" smtClean="0"/>
              <a:t>‹#›</a:t>
            </a:fld>
            <a:endParaRPr lang="en-IN"/>
          </a:p>
        </p:txBody>
      </p:sp>
    </p:spTree>
    <p:extLst>
      <p:ext uri="{BB962C8B-B14F-4D97-AF65-F5344CB8AC3E}">
        <p14:creationId xmlns:p14="http://schemas.microsoft.com/office/powerpoint/2010/main" val="3691962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989B4-3D87-62EE-CA32-86D51B2F2D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4137AE-B0F7-C971-82E4-C17BF3AB08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F11D70-8752-34BD-A041-12303CE30B50}"/>
              </a:ext>
            </a:extLst>
          </p:cNvPr>
          <p:cNvSpPr>
            <a:spLocks noGrp="1"/>
          </p:cNvSpPr>
          <p:nvPr>
            <p:ph type="dt" sz="half" idx="10"/>
          </p:nvPr>
        </p:nvSpPr>
        <p:spPr/>
        <p:txBody>
          <a:bodyPr/>
          <a:lstStyle/>
          <a:p>
            <a:fld id="{FAD67B0D-84ED-4595-8F8B-43BF477860EB}" type="datetimeFigureOut">
              <a:rPr lang="en-IN" smtClean="0"/>
              <a:t>07-04-2026</a:t>
            </a:fld>
            <a:endParaRPr lang="en-IN"/>
          </a:p>
        </p:txBody>
      </p:sp>
      <p:sp>
        <p:nvSpPr>
          <p:cNvPr id="5" name="Footer Placeholder 4">
            <a:extLst>
              <a:ext uri="{FF2B5EF4-FFF2-40B4-BE49-F238E27FC236}">
                <a16:creationId xmlns:a16="http://schemas.microsoft.com/office/drawing/2014/main" id="{8982627F-03F7-6D95-30DB-C1ABD09AEE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5E6E19-51B1-81BD-8691-2A56BBFE6BE0}"/>
              </a:ext>
            </a:extLst>
          </p:cNvPr>
          <p:cNvSpPr>
            <a:spLocks noGrp="1"/>
          </p:cNvSpPr>
          <p:nvPr>
            <p:ph type="sldNum" sz="quarter" idx="12"/>
          </p:nvPr>
        </p:nvSpPr>
        <p:spPr/>
        <p:txBody>
          <a:bodyPr/>
          <a:lstStyle/>
          <a:p>
            <a:fld id="{1362BC41-9FA9-4CB6-86E5-EF0867C7A1F3}" type="slidenum">
              <a:rPr lang="en-IN" smtClean="0"/>
              <a:t>‹#›</a:t>
            </a:fld>
            <a:endParaRPr lang="en-IN"/>
          </a:p>
        </p:txBody>
      </p:sp>
    </p:spTree>
    <p:extLst>
      <p:ext uri="{BB962C8B-B14F-4D97-AF65-F5344CB8AC3E}">
        <p14:creationId xmlns:p14="http://schemas.microsoft.com/office/powerpoint/2010/main" val="2476896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EAF1E-C950-B675-21A7-422D0665E5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504898-69E8-B877-70C5-CCDC09F3C1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D43CCA-C266-7AA5-032C-BC97C9FE0C07}"/>
              </a:ext>
            </a:extLst>
          </p:cNvPr>
          <p:cNvSpPr>
            <a:spLocks noGrp="1"/>
          </p:cNvSpPr>
          <p:nvPr>
            <p:ph type="dt" sz="half" idx="10"/>
          </p:nvPr>
        </p:nvSpPr>
        <p:spPr/>
        <p:txBody>
          <a:bodyPr/>
          <a:lstStyle/>
          <a:p>
            <a:fld id="{FAD67B0D-84ED-4595-8F8B-43BF477860EB}" type="datetimeFigureOut">
              <a:rPr lang="en-IN" smtClean="0"/>
              <a:t>07-04-2026</a:t>
            </a:fld>
            <a:endParaRPr lang="en-IN"/>
          </a:p>
        </p:txBody>
      </p:sp>
      <p:sp>
        <p:nvSpPr>
          <p:cNvPr id="5" name="Footer Placeholder 4">
            <a:extLst>
              <a:ext uri="{FF2B5EF4-FFF2-40B4-BE49-F238E27FC236}">
                <a16:creationId xmlns:a16="http://schemas.microsoft.com/office/drawing/2014/main" id="{EC7BD529-9D5A-3C5F-E971-8EB79217C4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8F3211-C92E-589D-B0C2-42E4F59388E4}"/>
              </a:ext>
            </a:extLst>
          </p:cNvPr>
          <p:cNvSpPr>
            <a:spLocks noGrp="1"/>
          </p:cNvSpPr>
          <p:nvPr>
            <p:ph type="sldNum" sz="quarter" idx="12"/>
          </p:nvPr>
        </p:nvSpPr>
        <p:spPr/>
        <p:txBody>
          <a:bodyPr/>
          <a:lstStyle/>
          <a:p>
            <a:fld id="{1362BC41-9FA9-4CB6-86E5-EF0867C7A1F3}" type="slidenum">
              <a:rPr lang="en-IN" smtClean="0"/>
              <a:t>‹#›</a:t>
            </a:fld>
            <a:endParaRPr lang="en-IN"/>
          </a:p>
        </p:txBody>
      </p:sp>
    </p:spTree>
    <p:extLst>
      <p:ext uri="{BB962C8B-B14F-4D97-AF65-F5344CB8AC3E}">
        <p14:creationId xmlns:p14="http://schemas.microsoft.com/office/powerpoint/2010/main" val="1652804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65A7C-8F60-B885-4481-D9D3C152D5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37F467-BA2C-B22D-9132-7E887E506E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EC55547-B319-05DF-AB36-446EE8ED92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355F3A-8E11-5B3C-6492-6845B556AB2A}"/>
              </a:ext>
            </a:extLst>
          </p:cNvPr>
          <p:cNvSpPr>
            <a:spLocks noGrp="1"/>
          </p:cNvSpPr>
          <p:nvPr>
            <p:ph type="dt" sz="half" idx="10"/>
          </p:nvPr>
        </p:nvSpPr>
        <p:spPr/>
        <p:txBody>
          <a:bodyPr/>
          <a:lstStyle/>
          <a:p>
            <a:fld id="{FAD67B0D-84ED-4595-8F8B-43BF477860EB}" type="datetimeFigureOut">
              <a:rPr lang="en-IN" smtClean="0"/>
              <a:t>07-04-2026</a:t>
            </a:fld>
            <a:endParaRPr lang="en-IN"/>
          </a:p>
        </p:txBody>
      </p:sp>
      <p:sp>
        <p:nvSpPr>
          <p:cNvPr id="6" name="Footer Placeholder 5">
            <a:extLst>
              <a:ext uri="{FF2B5EF4-FFF2-40B4-BE49-F238E27FC236}">
                <a16:creationId xmlns:a16="http://schemas.microsoft.com/office/drawing/2014/main" id="{5B4EC526-75E7-775F-8D17-E5502ED61D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6BA132-E456-EA76-5D56-510939D711BD}"/>
              </a:ext>
            </a:extLst>
          </p:cNvPr>
          <p:cNvSpPr>
            <a:spLocks noGrp="1"/>
          </p:cNvSpPr>
          <p:nvPr>
            <p:ph type="sldNum" sz="quarter" idx="12"/>
          </p:nvPr>
        </p:nvSpPr>
        <p:spPr/>
        <p:txBody>
          <a:bodyPr/>
          <a:lstStyle/>
          <a:p>
            <a:fld id="{1362BC41-9FA9-4CB6-86E5-EF0867C7A1F3}" type="slidenum">
              <a:rPr lang="en-IN" smtClean="0"/>
              <a:t>‹#›</a:t>
            </a:fld>
            <a:endParaRPr lang="en-IN"/>
          </a:p>
        </p:txBody>
      </p:sp>
    </p:spTree>
    <p:extLst>
      <p:ext uri="{BB962C8B-B14F-4D97-AF65-F5344CB8AC3E}">
        <p14:creationId xmlns:p14="http://schemas.microsoft.com/office/powerpoint/2010/main" val="2041821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06967-6F34-2649-3EC3-7C984D9187A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A31D3E-EE78-3B2F-EE78-63800C5D96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8FEFD5-02D7-DDD1-5CDE-82EF359890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70B5390-2F63-37B2-5754-6E04E5E43A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DF3EE7-2514-B75E-5719-119F8C130B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29B8567-BF4C-D5D8-E9D5-1FEF1CD677A8}"/>
              </a:ext>
            </a:extLst>
          </p:cNvPr>
          <p:cNvSpPr>
            <a:spLocks noGrp="1"/>
          </p:cNvSpPr>
          <p:nvPr>
            <p:ph type="dt" sz="half" idx="10"/>
          </p:nvPr>
        </p:nvSpPr>
        <p:spPr/>
        <p:txBody>
          <a:bodyPr/>
          <a:lstStyle/>
          <a:p>
            <a:fld id="{FAD67B0D-84ED-4595-8F8B-43BF477860EB}" type="datetimeFigureOut">
              <a:rPr lang="en-IN" smtClean="0"/>
              <a:t>07-04-2026</a:t>
            </a:fld>
            <a:endParaRPr lang="en-IN"/>
          </a:p>
        </p:txBody>
      </p:sp>
      <p:sp>
        <p:nvSpPr>
          <p:cNvPr id="8" name="Footer Placeholder 7">
            <a:extLst>
              <a:ext uri="{FF2B5EF4-FFF2-40B4-BE49-F238E27FC236}">
                <a16:creationId xmlns:a16="http://schemas.microsoft.com/office/drawing/2014/main" id="{A8AE4C2E-ED22-D33B-741D-75A0A6291D2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B903DB3-D428-B475-95CB-380AED944078}"/>
              </a:ext>
            </a:extLst>
          </p:cNvPr>
          <p:cNvSpPr>
            <a:spLocks noGrp="1"/>
          </p:cNvSpPr>
          <p:nvPr>
            <p:ph type="sldNum" sz="quarter" idx="12"/>
          </p:nvPr>
        </p:nvSpPr>
        <p:spPr/>
        <p:txBody>
          <a:bodyPr/>
          <a:lstStyle/>
          <a:p>
            <a:fld id="{1362BC41-9FA9-4CB6-86E5-EF0867C7A1F3}" type="slidenum">
              <a:rPr lang="en-IN" smtClean="0"/>
              <a:t>‹#›</a:t>
            </a:fld>
            <a:endParaRPr lang="en-IN"/>
          </a:p>
        </p:txBody>
      </p:sp>
    </p:spTree>
    <p:extLst>
      <p:ext uri="{BB962C8B-B14F-4D97-AF65-F5344CB8AC3E}">
        <p14:creationId xmlns:p14="http://schemas.microsoft.com/office/powerpoint/2010/main" val="1326651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F1256-35D7-ABB1-0942-FC0B3F2DBAC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00C0EED-B275-FF67-3078-64E0B6CE0668}"/>
              </a:ext>
            </a:extLst>
          </p:cNvPr>
          <p:cNvSpPr>
            <a:spLocks noGrp="1"/>
          </p:cNvSpPr>
          <p:nvPr>
            <p:ph type="dt" sz="half" idx="10"/>
          </p:nvPr>
        </p:nvSpPr>
        <p:spPr/>
        <p:txBody>
          <a:bodyPr/>
          <a:lstStyle/>
          <a:p>
            <a:fld id="{FAD67B0D-84ED-4595-8F8B-43BF477860EB}" type="datetimeFigureOut">
              <a:rPr lang="en-IN" smtClean="0"/>
              <a:t>07-04-2026</a:t>
            </a:fld>
            <a:endParaRPr lang="en-IN"/>
          </a:p>
        </p:txBody>
      </p:sp>
      <p:sp>
        <p:nvSpPr>
          <p:cNvPr id="4" name="Footer Placeholder 3">
            <a:extLst>
              <a:ext uri="{FF2B5EF4-FFF2-40B4-BE49-F238E27FC236}">
                <a16:creationId xmlns:a16="http://schemas.microsoft.com/office/drawing/2014/main" id="{C483E11A-841B-D27F-20FE-7E26B524ED0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39717AD-3A19-E94C-444D-9EFA918A6C0D}"/>
              </a:ext>
            </a:extLst>
          </p:cNvPr>
          <p:cNvSpPr>
            <a:spLocks noGrp="1"/>
          </p:cNvSpPr>
          <p:nvPr>
            <p:ph type="sldNum" sz="quarter" idx="12"/>
          </p:nvPr>
        </p:nvSpPr>
        <p:spPr/>
        <p:txBody>
          <a:bodyPr/>
          <a:lstStyle/>
          <a:p>
            <a:fld id="{1362BC41-9FA9-4CB6-86E5-EF0867C7A1F3}" type="slidenum">
              <a:rPr lang="en-IN" smtClean="0"/>
              <a:t>‹#›</a:t>
            </a:fld>
            <a:endParaRPr lang="en-IN"/>
          </a:p>
        </p:txBody>
      </p:sp>
    </p:spTree>
    <p:extLst>
      <p:ext uri="{BB962C8B-B14F-4D97-AF65-F5344CB8AC3E}">
        <p14:creationId xmlns:p14="http://schemas.microsoft.com/office/powerpoint/2010/main" val="873109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E226A-8F61-C768-B688-606237C7771F}"/>
              </a:ext>
            </a:extLst>
          </p:cNvPr>
          <p:cNvSpPr>
            <a:spLocks noGrp="1"/>
          </p:cNvSpPr>
          <p:nvPr>
            <p:ph type="dt" sz="half" idx="10"/>
          </p:nvPr>
        </p:nvSpPr>
        <p:spPr/>
        <p:txBody>
          <a:bodyPr/>
          <a:lstStyle/>
          <a:p>
            <a:fld id="{FAD67B0D-84ED-4595-8F8B-43BF477860EB}" type="datetimeFigureOut">
              <a:rPr lang="en-IN" smtClean="0"/>
              <a:t>07-04-2026</a:t>
            </a:fld>
            <a:endParaRPr lang="en-IN"/>
          </a:p>
        </p:txBody>
      </p:sp>
      <p:sp>
        <p:nvSpPr>
          <p:cNvPr id="3" name="Footer Placeholder 2">
            <a:extLst>
              <a:ext uri="{FF2B5EF4-FFF2-40B4-BE49-F238E27FC236}">
                <a16:creationId xmlns:a16="http://schemas.microsoft.com/office/drawing/2014/main" id="{00C9A86E-AD5B-C9EC-4A89-4F8738F69C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EB1F43E-014A-F211-0B7F-A91433549E6F}"/>
              </a:ext>
            </a:extLst>
          </p:cNvPr>
          <p:cNvSpPr>
            <a:spLocks noGrp="1"/>
          </p:cNvSpPr>
          <p:nvPr>
            <p:ph type="sldNum" sz="quarter" idx="12"/>
          </p:nvPr>
        </p:nvSpPr>
        <p:spPr/>
        <p:txBody>
          <a:bodyPr/>
          <a:lstStyle/>
          <a:p>
            <a:fld id="{1362BC41-9FA9-4CB6-86E5-EF0867C7A1F3}" type="slidenum">
              <a:rPr lang="en-IN" smtClean="0"/>
              <a:t>‹#›</a:t>
            </a:fld>
            <a:endParaRPr lang="en-IN"/>
          </a:p>
        </p:txBody>
      </p:sp>
    </p:spTree>
    <p:extLst>
      <p:ext uri="{BB962C8B-B14F-4D97-AF65-F5344CB8AC3E}">
        <p14:creationId xmlns:p14="http://schemas.microsoft.com/office/powerpoint/2010/main" val="3912059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3EAAD-126F-6297-DD6B-D3DBB56CC7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05893D9-0D07-E0C8-1DBE-EE3DB77281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9D1EB9B-1974-2B82-16C6-B5EDBA8916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552975-969A-5C95-A26F-E961B95F1730}"/>
              </a:ext>
            </a:extLst>
          </p:cNvPr>
          <p:cNvSpPr>
            <a:spLocks noGrp="1"/>
          </p:cNvSpPr>
          <p:nvPr>
            <p:ph type="dt" sz="half" idx="10"/>
          </p:nvPr>
        </p:nvSpPr>
        <p:spPr/>
        <p:txBody>
          <a:bodyPr/>
          <a:lstStyle/>
          <a:p>
            <a:fld id="{FAD67B0D-84ED-4595-8F8B-43BF477860EB}" type="datetimeFigureOut">
              <a:rPr lang="en-IN" smtClean="0"/>
              <a:t>07-04-2026</a:t>
            </a:fld>
            <a:endParaRPr lang="en-IN"/>
          </a:p>
        </p:txBody>
      </p:sp>
      <p:sp>
        <p:nvSpPr>
          <p:cNvPr id="6" name="Footer Placeholder 5">
            <a:extLst>
              <a:ext uri="{FF2B5EF4-FFF2-40B4-BE49-F238E27FC236}">
                <a16:creationId xmlns:a16="http://schemas.microsoft.com/office/drawing/2014/main" id="{12F9768F-4C16-3870-6028-FC0B59652D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817B47-402B-C1DE-BF32-89C035FA93CC}"/>
              </a:ext>
            </a:extLst>
          </p:cNvPr>
          <p:cNvSpPr>
            <a:spLocks noGrp="1"/>
          </p:cNvSpPr>
          <p:nvPr>
            <p:ph type="sldNum" sz="quarter" idx="12"/>
          </p:nvPr>
        </p:nvSpPr>
        <p:spPr/>
        <p:txBody>
          <a:bodyPr/>
          <a:lstStyle/>
          <a:p>
            <a:fld id="{1362BC41-9FA9-4CB6-86E5-EF0867C7A1F3}" type="slidenum">
              <a:rPr lang="en-IN" smtClean="0"/>
              <a:t>‹#›</a:t>
            </a:fld>
            <a:endParaRPr lang="en-IN"/>
          </a:p>
        </p:txBody>
      </p:sp>
    </p:spTree>
    <p:extLst>
      <p:ext uri="{BB962C8B-B14F-4D97-AF65-F5344CB8AC3E}">
        <p14:creationId xmlns:p14="http://schemas.microsoft.com/office/powerpoint/2010/main" val="1600283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B8047-5B42-AD37-B36A-CC500D9EAA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7850A0A-FE82-D7A4-20E5-642C9270B8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275D560-1F16-C18F-FE8F-1FA5658B1A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89CE68-A3C7-CE84-B237-F38F09381F62}"/>
              </a:ext>
            </a:extLst>
          </p:cNvPr>
          <p:cNvSpPr>
            <a:spLocks noGrp="1"/>
          </p:cNvSpPr>
          <p:nvPr>
            <p:ph type="dt" sz="half" idx="10"/>
          </p:nvPr>
        </p:nvSpPr>
        <p:spPr/>
        <p:txBody>
          <a:bodyPr/>
          <a:lstStyle/>
          <a:p>
            <a:fld id="{FAD67B0D-84ED-4595-8F8B-43BF477860EB}" type="datetimeFigureOut">
              <a:rPr lang="en-IN" smtClean="0"/>
              <a:t>07-04-2026</a:t>
            </a:fld>
            <a:endParaRPr lang="en-IN"/>
          </a:p>
        </p:txBody>
      </p:sp>
      <p:sp>
        <p:nvSpPr>
          <p:cNvPr id="6" name="Footer Placeholder 5">
            <a:extLst>
              <a:ext uri="{FF2B5EF4-FFF2-40B4-BE49-F238E27FC236}">
                <a16:creationId xmlns:a16="http://schemas.microsoft.com/office/drawing/2014/main" id="{9133362B-294A-942C-E7D5-FEB106E9F9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17F94D-0E95-45D4-2A5A-BFB05E87E723}"/>
              </a:ext>
            </a:extLst>
          </p:cNvPr>
          <p:cNvSpPr>
            <a:spLocks noGrp="1"/>
          </p:cNvSpPr>
          <p:nvPr>
            <p:ph type="sldNum" sz="quarter" idx="12"/>
          </p:nvPr>
        </p:nvSpPr>
        <p:spPr/>
        <p:txBody>
          <a:bodyPr/>
          <a:lstStyle/>
          <a:p>
            <a:fld id="{1362BC41-9FA9-4CB6-86E5-EF0867C7A1F3}" type="slidenum">
              <a:rPr lang="en-IN" smtClean="0"/>
              <a:t>‹#›</a:t>
            </a:fld>
            <a:endParaRPr lang="en-IN"/>
          </a:p>
        </p:txBody>
      </p:sp>
    </p:spTree>
    <p:extLst>
      <p:ext uri="{BB962C8B-B14F-4D97-AF65-F5344CB8AC3E}">
        <p14:creationId xmlns:p14="http://schemas.microsoft.com/office/powerpoint/2010/main" val="1475340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46B26-F0A9-36CE-3FB3-33D9818925F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BC1F37-96EB-C87D-AC24-9D9B519A22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09F20B-E78E-EC2F-0CE7-291A1D2C22DD}"/>
              </a:ext>
            </a:extLst>
          </p:cNvPr>
          <p:cNvSpPr>
            <a:spLocks noGrp="1"/>
          </p:cNvSpPr>
          <p:nvPr>
            <p:ph type="dt" sz="half" idx="10"/>
          </p:nvPr>
        </p:nvSpPr>
        <p:spPr/>
        <p:txBody>
          <a:bodyPr/>
          <a:lstStyle/>
          <a:p>
            <a:fld id="{FAD67B0D-84ED-4595-8F8B-43BF477860EB}" type="datetimeFigureOut">
              <a:rPr lang="en-IN" smtClean="0"/>
              <a:t>07-04-2026</a:t>
            </a:fld>
            <a:endParaRPr lang="en-IN"/>
          </a:p>
        </p:txBody>
      </p:sp>
      <p:sp>
        <p:nvSpPr>
          <p:cNvPr id="5" name="Footer Placeholder 4">
            <a:extLst>
              <a:ext uri="{FF2B5EF4-FFF2-40B4-BE49-F238E27FC236}">
                <a16:creationId xmlns:a16="http://schemas.microsoft.com/office/drawing/2014/main" id="{A0C64B95-DF31-8E60-4C37-B04523E6EF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902A44-6672-5E81-D960-F3E7D0BC07F9}"/>
              </a:ext>
            </a:extLst>
          </p:cNvPr>
          <p:cNvSpPr>
            <a:spLocks noGrp="1"/>
          </p:cNvSpPr>
          <p:nvPr>
            <p:ph type="sldNum" sz="quarter" idx="12"/>
          </p:nvPr>
        </p:nvSpPr>
        <p:spPr/>
        <p:txBody>
          <a:bodyPr/>
          <a:lstStyle/>
          <a:p>
            <a:fld id="{1362BC41-9FA9-4CB6-86E5-EF0867C7A1F3}" type="slidenum">
              <a:rPr lang="en-IN" smtClean="0"/>
              <a:t>‹#›</a:t>
            </a:fld>
            <a:endParaRPr lang="en-IN"/>
          </a:p>
        </p:txBody>
      </p:sp>
    </p:spTree>
    <p:extLst>
      <p:ext uri="{BB962C8B-B14F-4D97-AF65-F5344CB8AC3E}">
        <p14:creationId xmlns:p14="http://schemas.microsoft.com/office/powerpoint/2010/main" val="339873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329597-2201-E59F-C650-EBC7D36ACB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192080-B204-9953-7967-2865FD7DC7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BE6B18-0E98-BF84-78C2-D43885B5A4F6}"/>
              </a:ext>
            </a:extLst>
          </p:cNvPr>
          <p:cNvSpPr>
            <a:spLocks noGrp="1"/>
          </p:cNvSpPr>
          <p:nvPr>
            <p:ph type="dt" sz="half" idx="10"/>
          </p:nvPr>
        </p:nvSpPr>
        <p:spPr/>
        <p:txBody>
          <a:bodyPr/>
          <a:lstStyle/>
          <a:p>
            <a:fld id="{FAD67B0D-84ED-4595-8F8B-43BF477860EB}" type="datetimeFigureOut">
              <a:rPr lang="en-IN" smtClean="0"/>
              <a:t>07-04-2026</a:t>
            </a:fld>
            <a:endParaRPr lang="en-IN"/>
          </a:p>
        </p:txBody>
      </p:sp>
      <p:sp>
        <p:nvSpPr>
          <p:cNvPr id="5" name="Footer Placeholder 4">
            <a:extLst>
              <a:ext uri="{FF2B5EF4-FFF2-40B4-BE49-F238E27FC236}">
                <a16:creationId xmlns:a16="http://schemas.microsoft.com/office/drawing/2014/main" id="{9EFCA652-EE6F-0848-E5E6-A34707A239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F567B9-BC6B-4527-5664-538CECD676AC}"/>
              </a:ext>
            </a:extLst>
          </p:cNvPr>
          <p:cNvSpPr>
            <a:spLocks noGrp="1"/>
          </p:cNvSpPr>
          <p:nvPr>
            <p:ph type="sldNum" sz="quarter" idx="12"/>
          </p:nvPr>
        </p:nvSpPr>
        <p:spPr/>
        <p:txBody>
          <a:bodyPr/>
          <a:lstStyle/>
          <a:p>
            <a:fld id="{1362BC41-9FA9-4CB6-86E5-EF0867C7A1F3}" type="slidenum">
              <a:rPr lang="en-IN" smtClean="0"/>
              <a:t>‹#›</a:t>
            </a:fld>
            <a:endParaRPr lang="en-IN"/>
          </a:p>
        </p:txBody>
      </p:sp>
    </p:spTree>
    <p:extLst>
      <p:ext uri="{BB962C8B-B14F-4D97-AF65-F5344CB8AC3E}">
        <p14:creationId xmlns:p14="http://schemas.microsoft.com/office/powerpoint/2010/main" val="30050594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Cover Slid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Footer Placeholder 3"/>
          <p:cNvSpPr txBox="1">
            <a:spLocks/>
          </p:cNvSpPr>
          <p:nvPr/>
        </p:nvSpPr>
        <p:spPr>
          <a:xfrm>
            <a:off x="365760" y="6096000"/>
            <a:ext cx="5975048" cy="365125"/>
          </a:xfrm>
          <a:prstGeom prst="rect">
            <a:avLst/>
          </a:prstGeom>
        </p:spPr>
        <p:txBody>
          <a:bodyPr vert="horz" lIns="121920" tIns="60960" rIns="121920" bIns="6096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IN" sz="1400" b="0">
                <a:solidFill>
                  <a:schemeClr val="tx1">
                    <a:lumMod val="75000"/>
                    <a:lumOff val="25000"/>
                  </a:schemeClr>
                </a:solidFill>
                <a:latin typeface="+mj-lt"/>
                <a:cs typeface="Arial" panose="020B0604020202020204" pitchFamily="34" charset="0"/>
              </a:rPr>
              <a:t>info@saksoft.com  |</a:t>
            </a:r>
            <a:r>
              <a:rPr lang="en-IN" sz="1400" b="0" baseline="0">
                <a:solidFill>
                  <a:schemeClr val="tx1">
                    <a:lumMod val="75000"/>
                    <a:lumOff val="25000"/>
                  </a:schemeClr>
                </a:solidFill>
                <a:latin typeface="+mj-lt"/>
                <a:cs typeface="Arial" panose="020B0604020202020204" pitchFamily="34" charset="0"/>
              </a:rPr>
              <a:t xml:space="preserve"> </a:t>
            </a:r>
            <a:r>
              <a:rPr lang="en-IN" sz="1400" b="0">
                <a:solidFill>
                  <a:schemeClr val="tx1">
                    <a:lumMod val="75000"/>
                    <a:lumOff val="25000"/>
                  </a:schemeClr>
                </a:solidFill>
                <a:latin typeface="+mj-lt"/>
                <a:cs typeface="Arial" panose="020B0604020202020204" pitchFamily="34" charset="0"/>
              </a:rPr>
              <a:t>www.saksoft.com</a:t>
            </a:r>
          </a:p>
        </p:txBody>
      </p:sp>
      <p:pic>
        <p:nvPicPr>
          <p:cNvPr id="2051" name="Picture 3" descr="D:\projects_2015\saksoft\marketing-kit\new\saksoft\logo\Saksoft-logo_medium.pn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65761" y="361280"/>
            <a:ext cx="2670764" cy="556408"/>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7"/>
          <p:cNvSpPr>
            <a:spLocks noGrp="1"/>
          </p:cNvSpPr>
          <p:nvPr>
            <p:ph type="body" sz="quarter" idx="10" hasCustomPrompt="1"/>
          </p:nvPr>
        </p:nvSpPr>
        <p:spPr>
          <a:xfrm>
            <a:off x="650664" y="3066127"/>
            <a:ext cx="4764616" cy="742951"/>
          </a:xfrm>
        </p:spPr>
        <p:txBody>
          <a:bodyPr tIns="45720" anchor="ctr">
            <a:normAutofit/>
          </a:bodyPr>
          <a:lstStyle>
            <a:lvl1pPr marL="0" indent="0">
              <a:lnSpc>
                <a:spcPct val="100000"/>
              </a:lnSpc>
              <a:buNone/>
              <a:defRPr sz="2400" b="1" baseline="0">
                <a:solidFill>
                  <a:schemeClr val="tx1">
                    <a:lumMod val="85000"/>
                    <a:lumOff val="15000"/>
                  </a:schemeClr>
                </a:solidFill>
              </a:defRPr>
            </a:lvl1pPr>
          </a:lstStyle>
          <a:p>
            <a:pPr lvl="0"/>
            <a:r>
              <a:rPr lang="en-US"/>
              <a:t>Title goes here</a:t>
            </a:r>
          </a:p>
        </p:txBody>
      </p:sp>
      <p:cxnSp>
        <p:nvCxnSpPr>
          <p:cNvPr id="13" name="Straight Connector 12"/>
          <p:cNvCxnSpPr/>
          <p:nvPr/>
        </p:nvCxnSpPr>
        <p:spPr>
          <a:xfrm>
            <a:off x="609600" y="3057526"/>
            <a:ext cx="0" cy="742951"/>
          </a:xfrm>
          <a:prstGeom prst="line">
            <a:avLst/>
          </a:prstGeom>
          <a:ln w="41275">
            <a:solidFill>
              <a:srgbClr val="FF9933"/>
            </a:solidFill>
            <a:headEnd type="oval" w="med" len="med"/>
            <a:tailEnd type="oval" w="med" len="med"/>
          </a:ln>
        </p:spPr>
        <p:style>
          <a:lnRef idx="1">
            <a:schemeClr val="accent2"/>
          </a:lnRef>
          <a:fillRef idx="0">
            <a:schemeClr val="accent2"/>
          </a:fillRef>
          <a:effectRef idx="0">
            <a:schemeClr val="accent2"/>
          </a:effectRef>
          <a:fontRef idx="minor">
            <a:schemeClr val="tx1"/>
          </a:fontRef>
        </p:style>
      </p:cxnSp>
      <p:pic>
        <p:nvPicPr>
          <p:cNvPr id="2" name="Picture 1"/>
          <p:cNvPicPr>
            <a:picLocks noChangeAspect="1"/>
          </p:cNvPicPr>
          <p:nvPr/>
        </p:nvPicPr>
        <p:blipFill>
          <a:blip r:embed="rId4" cstate="email">
            <a:duotone>
              <a:prstClr val="black"/>
              <a:schemeClr val="accent6">
                <a:tint val="45000"/>
                <a:satMod val="400000"/>
              </a:schemeClr>
            </a:duotone>
            <a:lum bright="-58000" contrast="74000"/>
            <a:extLst>
              <a:ext uri="{28A0092B-C50C-407E-A947-70E740481C1C}">
                <a14:useLocalDpi xmlns:a14="http://schemas.microsoft.com/office/drawing/2010/main"/>
              </a:ext>
            </a:extLst>
          </a:blip>
          <a:stretch>
            <a:fillRect/>
          </a:stretch>
        </p:blipFill>
        <p:spPr>
          <a:xfrm>
            <a:off x="9591475" y="269931"/>
            <a:ext cx="1341676" cy="683260"/>
          </a:xfrm>
          <a:prstGeom prst="rect">
            <a:avLst/>
          </a:prstGeom>
        </p:spPr>
      </p:pic>
      <p:pic>
        <p:nvPicPr>
          <p:cNvPr id="9" name="Picture 8"/>
          <p:cNvPicPr>
            <a:picLocks noChangeAspect="1"/>
          </p:cNvPicPr>
          <p:nvPr/>
        </p:nvPicPr>
        <p:blipFill>
          <a:blip r:embed="rId4" cstate="email">
            <a:duotone>
              <a:prstClr val="black"/>
              <a:schemeClr val="accent6">
                <a:tint val="45000"/>
                <a:satMod val="400000"/>
              </a:schemeClr>
            </a:duotone>
            <a:lum bright="-58000" contrast="74000"/>
            <a:extLst>
              <a:ext uri="{28A0092B-C50C-407E-A947-70E740481C1C}">
                <a14:useLocalDpi xmlns:a14="http://schemas.microsoft.com/office/drawing/2010/main"/>
              </a:ext>
            </a:extLst>
          </a:blip>
          <a:stretch>
            <a:fillRect/>
          </a:stretch>
        </p:blipFill>
        <p:spPr>
          <a:xfrm>
            <a:off x="6783242" y="393764"/>
            <a:ext cx="965012" cy="491441"/>
          </a:xfrm>
          <a:prstGeom prst="rect">
            <a:avLst/>
          </a:prstGeom>
        </p:spPr>
      </p:pic>
      <p:pic>
        <p:nvPicPr>
          <p:cNvPr id="3" name="Picture 2"/>
          <p:cNvPicPr>
            <a:picLocks noChangeAspect="1"/>
          </p:cNvPicPr>
          <p:nvPr/>
        </p:nvPicPr>
        <p:blipFill>
          <a:blip r:embed="rId5"/>
          <a:stretch>
            <a:fillRect/>
          </a:stretch>
        </p:blipFill>
        <p:spPr>
          <a:xfrm rot="593482">
            <a:off x="7692076" y="3380475"/>
            <a:ext cx="1470000" cy="840000"/>
          </a:xfrm>
          <a:prstGeom prst="rect">
            <a:avLst/>
          </a:prstGeom>
        </p:spPr>
      </p:pic>
      <p:pic>
        <p:nvPicPr>
          <p:cNvPr id="5" name="Picture 4"/>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flipH="1">
            <a:off x="10822321" y="4179778"/>
            <a:ext cx="990200" cy="865647"/>
          </a:xfrm>
          <a:prstGeom prst="rect">
            <a:avLst/>
          </a:prstGeom>
        </p:spPr>
      </p:pic>
      <p:pic>
        <p:nvPicPr>
          <p:cNvPr id="6" name="Picture 5"/>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9702313" y="5761029"/>
            <a:ext cx="2110208" cy="1012900"/>
          </a:xfrm>
          <a:prstGeom prst="rect">
            <a:avLst/>
          </a:prstGeom>
        </p:spPr>
      </p:pic>
      <p:sp>
        <p:nvSpPr>
          <p:cNvPr id="14" name="Rectangle 13"/>
          <p:cNvSpPr/>
          <p:nvPr/>
        </p:nvSpPr>
        <p:spPr>
          <a:xfrm>
            <a:off x="10239803" y="5942472"/>
            <a:ext cx="1952197" cy="915528"/>
          </a:xfrm>
          <a:custGeom>
            <a:avLst/>
            <a:gdLst>
              <a:gd name="connsiteX0" fmla="*/ 0 w 1463040"/>
              <a:gd name="connsiteY0" fmla="*/ 0 h 205740"/>
              <a:gd name="connsiteX1" fmla="*/ 1463040 w 1463040"/>
              <a:gd name="connsiteY1" fmla="*/ 0 h 205740"/>
              <a:gd name="connsiteX2" fmla="*/ 1463040 w 1463040"/>
              <a:gd name="connsiteY2" fmla="*/ 205740 h 205740"/>
              <a:gd name="connsiteX3" fmla="*/ 0 w 1463040"/>
              <a:gd name="connsiteY3" fmla="*/ 205740 h 205740"/>
              <a:gd name="connsiteX4" fmla="*/ 0 w 1463040"/>
              <a:gd name="connsiteY4" fmla="*/ 0 h 205740"/>
              <a:gd name="connsiteX0" fmla="*/ 0 w 1463040"/>
              <a:gd name="connsiteY0" fmla="*/ 0 h 205740"/>
              <a:gd name="connsiteX1" fmla="*/ 467360 w 1463040"/>
              <a:gd name="connsiteY1" fmla="*/ 0 h 205740"/>
              <a:gd name="connsiteX2" fmla="*/ 1463040 w 1463040"/>
              <a:gd name="connsiteY2" fmla="*/ 0 h 205740"/>
              <a:gd name="connsiteX3" fmla="*/ 1463040 w 1463040"/>
              <a:gd name="connsiteY3" fmla="*/ 205740 h 205740"/>
              <a:gd name="connsiteX4" fmla="*/ 0 w 1463040"/>
              <a:gd name="connsiteY4" fmla="*/ 205740 h 205740"/>
              <a:gd name="connsiteX5" fmla="*/ 0 w 1463040"/>
              <a:gd name="connsiteY5" fmla="*/ 0 h 205740"/>
              <a:gd name="connsiteX0" fmla="*/ 127838 w 1590878"/>
              <a:gd name="connsiteY0" fmla="*/ 15240 h 220980"/>
              <a:gd name="connsiteX1" fmla="*/ 595198 w 1590878"/>
              <a:gd name="connsiteY1" fmla="*/ 15240 h 220980"/>
              <a:gd name="connsiteX2" fmla="*/ 1590878 w 1590878"/>
              <a:gd name="connsiteY2" fmla="*/ 15240 h 220980"/>
              <a:gd name="connsiteX3" fmla="*/ 1590878 w 1590878"/>
              <a:gd name="connsiteY3" fmla="*/ 220980 h 220980"/>
              <a:gd name="connsiteX4" fmla="*/ 127838 w 1590878"/>
              <a:gd name="connsiteY4" fmla="*/ 220980 h 220980"/>
              <a:gd name="connsiteX5" fmla="*/ 127838 w 1590878"/>
              <a:gd name="connsiteY5" fmla="*/ 15240 h 220980"/>
              <a:gd name="connsiteX0" fmla="*/ 127838 w 1597652"/>
              <a:gd name="connsiteY0" fmla="*/ 15240 h 220980"/>
              <a:gd name="connsiteX1" fmla="*/ 595198 w 1597652"/>
              <a:gd name="connsiteY1" fmla="*/ 15240 h 220980"/>
              <a:gd name="connsiteX2" fmla="*/ 1597652 w 1597652"/>
              <a:gd name="connsiteY2" fmla="*/ 15240 h 220980"/>
              <a:gd name="connsiteX3" fmla="*/ 1590878 w 1597652"/>
              <a:gd name="connsiteY3" fmla="*/ 220980 h 220980"/>
              <a:gd name="connsiteX4" fmla="*/ 127838 w 1597652"/>
              <a:gd name="connsiteY4" fmla="*/ 220980 h 220980"/>
              <a:gd name="connsiteX5" fmla="*/ 127838 w 1597652"/>
              <a:gd name="connsiteY5" fmla="*/ 15240 h 220980"/>
              <a:gd name="connsiteX0" fmla="*/ 127838 w 1590879"/>
              <a:gd name="connsiteY0" fmla="*/ 480906 h 686646"/>
              <a:gd name="connsiteX1" fmla="*/ 595198 w 1590879"/>
              <a:gd name="connsiteY1" fmla="*/ 480906 h 686646"/>
              <a:gd name="connsiteX2" fmla="*/ 1590879 w 1590879"/>
              <a:gd name="connsiteY2" fmla="*/ 0 h 686646"/>
              <a:gd name="connsiteX3" fmla="*/ 1590878 w 1590879"/>
              <a:gd name="connsiteY3" fmla="*/ 686646 h 686646"/>
              <a:gd name="connsiteX4" fmla="*/ 127838 w 1590879"/>
              <a:gd name="connsiteY4" fmla="*/ 686646 h 686646"/>
              <a:gd name="connsiteX5" fmla="*/ 127838 w 1590879"/>
              <a:gd name="connsiteY5" fmla="*/ 480906 h 686646"/>
              <a:gd name="connsiteX0" fmla="*/ 127838 w 1590879"/>
              <a:gd name="connsiteY0" fmla="*/ 480906 h 686646"/>
              <a:gd name="connsiteX1" fmla="*/ 595198 w 1590879"/>
              <a:gd name="connsiteY1" fmla="*/ 480906 h 686646"/>
              <a:gd name="connsiteX2" fmla="*/ 1590879 w 1590879"/>
              <a:gd name="connsiteY2" fmla="*/ 0 h 686646"/>
              <a:gd name="connsiteX3" fmla="*/ 1590878 w 1590879"/>
              <a:gd name="connsiteY3" fmla="*/ 686646 h 686646"/>
              <a:gd name="connsiteX4" fmla="*/ 127838 w 1590879"/>
              <a:gd name="connsiteY4" fmla="*/ 686646 h 686646"/>
              <a:gd name="connsiteX5" fmla="*/ 127838 w 1590879"/>
              <a:gd name="connsiteY5" fmla="*/ 480906 h 686646"/>
              <a:gd name="connsiteX0" fmla="*/ 127838 w 1590879"/>
              <a:gd name="connsiteY0" fmla="*/ 480906 h 686646"/>
              <a:gd name="connsiteX1" fmla="*/ 595198 w 1590879"/>
              <a:gd name="connsiteY1" fmla="*/ 480906 h 686646"/>
              <a:gd name="connsiteX2" fmla="*/ 1590879 w 1590879"/>
              <a:gd name="connsiteY2" fmla="*/ 0 h 686646"/>
              <a:gd name="connsiteX3" fmla="*/ 1590878 w 1590879"/>
              <a:gd name="connsiteY3" fmla="*/ 686646 h 686646"/>
              <a:gd name="connsiteX4" fmla="*/ 127838 w 1590879"/>
              <a:gd name="connsiteY4" fmla="*/ 686646 h 686646"/>
              <a:gd name="connsiteX5" fmla="*/ 127838 w 1590879"/>
              <a:gd name="connsiteY5" fmla="*/ 480906 h 686646"/>
              <a:gd name="connsiteX0" fmla="*/ 155796 w 1618837"/>
              <a:gd name="connsiteY0" fmla="*/ 480906 h 686646"/>
              <a:gd name="connsiteX1" fmla="*/ 1165022 w 1618837"/>
              <a:gd name="connsiteY1" fmla="*/ 501226 h 686646"/>
              <a:gd name="connsiteX2" fmla="*/ 1618837 w 1618837"/>
              <a:gd name="connsiteY2" fmla="*/ 0 h 686646"/>
              <a:gd name="connsiteX3" fmla="*/ 1618836 w 1618837"/>
              <a:gd name="connsiteY3" fmla="*/ 686646 h 686646"/>
              <a:gd name="connsiteX4" fmla="*/ 155796 w 1618837"/>
              <a:gd name="connsiteY4" fmla="*/ 686646 h 686646"/>
              <a:gd name="connsiteX5" fmla="*/ 155796 w 1618837"/>
              <a:gd name="connsiteY5" fmla="*/ 480906 h 686646"/>
              <a:gd name="connsiteX0" fmla="*/ 155796 w 1618837"/>
              <a:gd name="connsiteY0" fmla="*/ 480906 h 686646"/>
              <a:gd name="connsiteX1" fmla="*/ 1165022 w 1618837"/>
              <a:gd name="connsiteY1" fmla="*/ 501226 h 686646"/>
              <a:gd name="connsiteX2" fmla="*/ 1618837 w 1618837"/>
              <a:gd name="connsiteY2" fmla="*/ 0 h 686646"/>
              <a:gd name="connsiteX3" fmla="*/ 1618836 w 1618837"/>
              <a:gd name="connsiteY3" fmla="*/ 686646 h 686646"/>
              <a:gd name="connsiteX4" fmla="*/ 155796 w 1618837"/>
              <a:gd name="connsiteY4" fmla="*/ 686646 h 686646"/>
              <a:gd name="connsiteX5" fmla="*/ 155796 w 1618837"/>
              <a:gd name="connsiteY5" fmla="*/ 480906 h 686646"/>
              <a:gd name="connsiteX0" fmla="*/ 437603 w 1534884"/>
              <a:gd name="connsiteY0" fmla="*/ 460586 h 686646"/>
              <a:gd name="connsiteX1" fmla="*/ 1081069 w 1534884"/>
              <a:gd name="connsiteY1" fmla="*/ 501226 h 686646"/>
              <a:gd name="connsiteX2" fmla="*/ 1534884 w 1534884"/>
              <a:gd name="connsiteY2" fmla="*/ 0 h 686646"/>
              <a:gd name="connsiteX3" fmla="*/ 1534883 w 1534884"/>
              <a:gd name="connsiteY3" fmla="*/ 686646 h 686646"/>
              <a:gd name="connsiteX4" fmla="*/ 71843 w 1534884"/>
              <a:gd name="connsiteY4" fmla="*/ 686646 h 686646"/>
              <a:gd name="connsiteX5" fmla="*/ 437603 w 1534884"/>
              <a:gd name="connsiteY5" fmla="*/ 460586 h 686646"/>
              <a:gd name="connsiteX0" fmla="*/ 680640 w 1513761"/>
              <a:gd name="connsiteY0" fmla="*/ 474133 h 686646"/>
              <a:gd name="connsiteX1" fmla="*/ 1059946 w 1513761"/>
              <a:gd name="connsiteY1" fmla="*/ 501226 h 686646"/>
              <a:gd name="connsiteX2" fmla="*/ 1513761 w 1513761"/>
              <a:gd name="connsiteY2" fmla="*/ 0 h 686646"/>
              <a:gd name="connsiteX3" fmla="*/ 1513760 w 1513761"/>
              <a:gd name="connsiteY3" fmla="*/ 686646 h 686646"/>
              <a:gd name="connsiteX4" fmla="*/ 50720 w 1513761"/>
              <a:gd name="connsiteY4" fmla="*/ 686646 h 686646"/>
              <a:gd name="connsiteX5" fmla="*/ 680640 w 1513761"/>
              <a:gd name="connsiteY5" fmla="*/ 474133 h 686646"/>
              <a:gd name="connsiteX0" fmla="*/ 737074 w 1570195"/>
              <a:gd name="connsiteY0" fmla="*/ 474133 h 686646"/>
              <a:gd name="connsiteX1" fmla="*/ 1116380 w 1570195"/>
              <a:gd name="connsiteY1" fmla="*/ 501226 h 686646"/>
              <a:gd name="connsiteX2" fmla="*/ 1570195 w 1570195"/>
              <a:gd name="connsiteY2" fmla="*/ 0 h 686646"/>
              <a:gd name="connsiteX3" fmla="*/ 1570194 w 1570195"/>
              <a:gd name="connsiteY3" fmla="*/ 686646 h 686646"/>
              <a:gd name="connsiteX4" fmla="*/ 107154 w 1570195"/>
              <a:gd name="connsiteY4" fmla="*/ 686646 h 686646"/>
              <a:gd name="connsiteX5" fmla="*/ 737074 w 1570195"/>
              <a:gd name="connsiteY5" fmla="*/ 474133 h 686646"/>
              <a:gd name="connsiteX0" fmla="*/ 654094 w 1595588"/>
              <a:gd name="connsiteY0" fmla="*/ 474133 h 686646"/>
              <a:gd name="connsiteX1" fmla="*/ 1141773 w 1595588"/>
              <a:gd name="connsiteY1" fmla="*/ 501226 h 686646"/>
              <a:gd name="connsiteX2" fmla="*/ 1595588 w 1595588"/>
              <a:gd name="connsiteY2" fmla="*/ 0 h 686646"/>
              <a:gd name="connsiteX3" fmla="*/ 1595587 w 1595588"/>
              <a:gd name="connsiteY3" fmla="*/ 686646 h 686646"/>
              <a:gd name="connsiteX4" fmla="*/ 132547 w 1595588"/>
              <a:gd name="connsiteY4" fmla="*/ 686646 h 686646"/>
              <a:gd name="connsiteX5" fmla="*/ 654094 w 1595588"/>
              <a:gd name="connsiteY5" fmla="*/ 474133 h 686646"/>
              <a:gd name="connsiteX0" fmla="*/ 593391 w 1534885"/>
              <a:gd name="connsiteY0" fmla="*/ 474133 h 686646"/>
              <a:gd name="connsiteX1" fmla="*/ 1081070 w 1534885"/>
              <a:gd name="connsiteY1" fmla="*/ 501226 h 686646"/>
              <a:gd name="connsiteX2" fmla="*/ 1534885 w 1534885"/>
              <a:gd name="connsiteY2" fmla="*/ 0 h 686646"/>
              <a:gd name="connsiteX3" fmla="*/ 1534884 w 1534885"/>
              <a:gd name="connsiteY3" fmla="*/ 686646 h 686646"/>
              <a:gd name="connsiteX4" fmla="*/ 71844 w 1534885"/>
              <a:gd name="connsiteY4" fmla="*/ 686646 h 686646"/>
              <a:gd name="connsiteX5" fmla="*/ 593391 w 1534885"/>
              <a:gd name="connsiteY5" fmla="*/ 474133 h 686646"/>
              <a:gd name="connsiteX0" fmla="*/ 581346 w 1522840"/>
              <a:gd name="connsiteY0" fmla="*/ 474133 h 686646"/>
              <a:gd name="connsiteX1" fmla="*/ 1245131 w 1522840"/>
              <a:gd name="connsiteY1" fmla="*/ 596053 h 686646"/>
              <a:gd name="connsiteX2" fmla="*/ 1522840 w 1522840"/>
              <a:gd name="connsiteY2" fmla="*/ 0 h 686646"/>
              <a:gd name="connsiteX3" fmla="*/ 1522839 w 1522840"/>
              <a:gd name="connsiteY3" fmla="*/ 686646 h 686646"/>
              <a:gd name="connsiteX4" fmla="*/ 59799 w 1522840"/>
              <a:gd name="connsiteY4" fmla="*/ 686646 h 686646"/>
              <a:gd name="connsiteX5" fmla="*/ 581346 w 1522840"/>
              <a:gd name="connsiteY5" fmla="*/ 474133 h 686646"/>
              <a:gd name="connsiteX0" fmla="*/ 579186 w 1520680"/>
              <a:gd name="connsiteY0" fmla="*/ 474133 h 686646"/>
              <a:gd name="connsiteX1" fmla="*/ 1060091 w 1520680"/>
              <a:gd name="connsiteY1" fmla="*/ 501226 h 686646"/>
              <a:gd name="connsiteX2" fmla="*/ 1520680 w 1520680"/>
              <a:gd name="connsiteY2" fmla="*/ 0 h 686646"/>
              <a:gd name="connsiteX3" fmla="*/ 1520679 w 1520680"/>
              <a:gd name="connsiteY3" fmla="*/ 686646 h 686646"/>
              <a:gd name="connsiteX4" fmla="*/ 57639 w 1520680"/>
              <a:gd name="connsiteY4" fmla="*/ 686646 h 686646"/>
              <a:gd name="connsiteX5" fmla="*/ 579186 w 1520680"/>
              <a:gd name="connsiteY5" fmla="*/ 474133 h 686646"/>
              <a:gd name="connsiteX0" fmla="*/ 579186 w 1520680"/>
              <a:gd name="connsiteY0" fmla="*/ 474133 h 686646"/>
              <a:gd name="connsiteX1" fmla="*/ 1060091 w 1520680"/>
              <a:gd name="connsiteY1" fmla="*/ 501226 h 686646"/>
              <a:gd name="connsiteX2" fmla="*/ 1520680 w 1520680"/>
              <a:gd name="connsiteY2" fmla="*/ 0 h 686646"/>
              <a:gd name="connsiteX3" fmla="*/ 1520679 w 1520680"/>
              <a:gd name="connsiteY3" fmla="*/ 686646 h 686646"/>
              <a:gd name="connsiteX4" fmla="*/ 57639 w 1520680"/>
              <a:gd name="connsiteY4" fmla="*/ 686646 h 686646"/>
              <a:gd name="connsiteX5" fmla="*/ 579186 w 1520680"/>
              <a:gd name="connsiteY5" fmla="*/ 474133 h 686646"/>
              <a:gd name="connsiteX0" fmla="*/ 608364 w 1549858"/>
              <a:gd name="connsiteY0" fmla="*/ 474133 h 686646"/>
              <a:gd name="connsiteX1" fmla="*/ 1089269 w 1549858"/>
              <a:gd name="connsiteY1" fmla="*/ 501226 h 686646"/>
              <a:gd name="connsiteX2" fmla="*/ 1549858 w 1549858"/>
              <a:gd name="connsiteY2" fmla="*/ 0 h 686646"/>
              <a:gd name="connsiteX3" fmla="*/ 1549857 w 1549858"/>
              <a:gd name="connsiteY3" fmla="*/ 686646 h 686646"/>
              <a:gd name="connsiteX4" fmla="*/ 86817 w 1549858"/>
              <a:gd name="connsiteY4" fmla="*/ 686646 h 686646"/>
              <a:gd name="connsiteX5" fmla="*/ 608364 w 1549858"/>
              <a:gd name="connsiteY5" fmla="*/ 474133 h 686646"/>
              <a:gd name="connsiteX0" fmla="*/ 419654 w 1604988"/>
              <a:gd name="connsiteY0" fmla="*/ 460587 h 686646"/>
              <a:gd name="connsiteX1" fmla="*/ 1144399 w 1604988"/>
              <a:gd name="connsiteY1" fmla="*/ 501226 h 686646"/>
              <a:gd name="connsiteX2" fmla="*/ 1604988 w 1604988"/>
              <a:gd name="connsiteY2" fmla="*/ 0 h 686646"/>
              <a:gd name="connsiteX3" fmla="*/ 1604987 w 1604988"/>
              <a:gd name="connsiteY3" fmla="*/ 686646 h 686646"/>
              <a:gd name="connsiteX4" fmla="*/ 141947 w 1604988"/>
              <a:gd name="connsiteY4" fmla="*/ 686646 h 686646"/>
              <a:gd name="connsiteX5" fmla="*/ 419654 w 1604988"/>
              <a:gd name="connsiteY5" fmla="*/ 460587 h 686646"/>
              <a:gd name="connsiteX0" fmla="*/ 387742 w 1573076"/>
              <a:gd name="connsiteY0" fmla="*/ 460587 h 686646"/>
              <a:gd name="connsiteX1" fmla="*/ 1112487 w 1573076"/>
              <a:gd name="connsiteY1" fmla="*/ 501226 h 686646"/>
              <a:gd name="connsiteX2" fmla="*/ 1573076 w 1573076"/>
              <a:gd name="connsiteY2" fmla="*/ 0 h 686646"/>
              <a:gd name="connsiteX3" fmla="*/ 1573075 w 1573076"/>
              <a:gd name="connsiteY3" fmla="*/ 686646 h 686646"/>
              <a:gd name="connsiteX4" fmla="*/ 110035 w 1573076"/>
              <a:gd name="connsiteY4" fmla="*/ 686646 h 686646"/>
              <a:gd name="connsiteX5" fmla="*/ 387742 w 1573076"/>
              <a:gd name="connsiteY5" fmla="*/ 460587 h 686646"/>
              <a:gd name="connsiteX0" fmla="*/ 356289 w 1541623"/>
              <a:gd name="connsiteY0" fmla="*/ 460587 h 686646"/>
              <a:gd name="connsiteX1" fmla="*/ 871061 w 1541623"/>
              <a:gd name="connsiteY1" fmla="*/ 582506 h 686646"/>
              <a:gd name="connsiteX2" fmla="*/ 1541623 w 1541623"/>
              <a:gd name="connsiteY2" fmla="*/ 0 h 686646"/>
              <a:gd name="connsiteX3" fmla="*/ 1541622 w 1541623"/>
              <a:gd name="connsiteY3" fmla="*/ 686646 h 686646"/>
              <a:gd name="connsiteX4" fmla="*/ 78582 w 1541623"/>
              <a:gd name="connsiteY4" fmla="*/ 686646 h 686646"/>
              <a:gd name="connsiteX5" fmla="*/ 356289 w 1541623"/>
              <a:gd name="connsiteY5" fmla="*/ 460587 h 686646"/>
              <a:gd name="connsiteX0" fmla="*/ 356289 w 1541623"/>
              <a:gd name="connsiteY0" fmla="*/ 460587 h 686646"/>
              <a:gd name="connsiteX1" fmla="*/ 871061 w 1541623"/>
              <a:gd name="connsiteY1" fmla="*/ 582506 h 686646"/>
              <a:gd name="connsiteX2" fmla="*/ 1541623 w 1541623"/>
              <a:gd name="connsiteY2" fmla="*/ 0 h 686646"/>
              <a:gd name="connsiteX3" fmla="*/ 1541622 w 1541623"/>
              <a:gd name="connsiteY3" fmla="*/ 686646 h 686646"/>
              <a:gd name="connsiteX4" fmla="*/ 78582 w 1541623"/>
              <a:gd name="connsiteY4" fmla="*/ 686646 h 686646"/>
              <a:gd name="connsiteX5" fmla="*/ 356289 w 1541623"/>
              <a:gd name="connsiteY5" fmla="*/ 460587 h 686646"/>
              <a:gd name="connsiteX0" fmla="*/ 356289 w 1541623"/>
              <a:gd name="connsiteY0" fmla="*/ 460587 h 708969"/>
              <a:gd name="connsiteX1" fmla="*/ 871061 w 1541623"/>
              <a:gd name="connsiteY1" fmla="*/ 582506 h 708969"/>
              <a:gd name="connsiteX2" fmla="*/ 1541623 w 1541623"/>
              <a:gd name="connsiteY2" fmla="*/ 0 h 708969"/>
              <a:gd name="connsiteX3" fmla="*/ 1541622 w 1541623"/>
              <a:gd name="connsiteY3" fmla="*/ 686646 h 708969"/>
              <a:gd name="connsiteX4" fmla="*/ 78582 w 1541623"/>
              <a:gd name="connsiteY4" fmla="*/ 686646 h 708969"/>
              <a:gd name="connsiteX5" fmla="*/ 356289 w 1541623"/>
              <a:gd name="connsiteY5" fmla="*/ 460587 h 708969"/>
              <a:gd name="connsiteX0" fmla="*/ 357120 w 1542454"/>
              <a:gd name="connsiteY0" fmla="*/ 460587 h 686646"/>
              <a:gd name="connsiteX1" fmla="*/ 912532 w 1542454"/>
              <a:gd name="connsiteY1" fmla="*/ 447040 h 686646"/>
              <a:gd name="connsiteX2" fmla="*/ 1542454 w 1542454"/>
              <a:gd name="connsiteY2" fmla="*/ 0 h 686646"/>
              <a:gd name="connsiteX3" fmla="*/ 1542453 w 1542454"/>
              <a:gd name="connsiteY3" fmla="*/ 686646 h 686646"/>
              <a:gd name="connsiteX4" fmla="*/ 79413 w 1542454"/>
              <a:gd name="connsiteY4" fmla="*/ 686646 h 686646"/>
              <a:gd name="connsiteX5" fmla="*/ 357120 w 1542454"/>
              <a:gd name="connsiteY5" fmla="*/ 460587 h 686646"/>
              <a:gd name="connsiteX0" fmla="*/ 357120 w 1542454"/>
              <a:gd name="connsiteY0" fmla="*/ 460587 h 686646"/>
              <a:gd name="connsiteX1" fmla="*/ 912532 w 1542454"/>
              <a:gd name="connsiteY1" fmla="*/ 447040 h 686646"/>
              <a:gd name="connsiteX2" fmla="*/ 1542454 w 1542454"/>
              <a:gd name="connsiteY2" fmla="*/ 0 h 686646"/>
              <a:gd name="connsiteX3" fmla="*/ 1542453 w 1542454"/>
              <a:gd name="connsiteY3" fmla="*/ 686646 h 686646"/>
              <a:gd name="connsiteX4" fmla="*/ 79413 w 1542454"/>
              <a:gd name="connsiteY4" fmla="*/ 686646 h 686646"/>
              <a:gd name="connsiteX5" fmla="*/ 357120 w 1542454"/>
              <a:gd name="connsiteY5" fmla="*/ 460587 h 686646"/>
              <a:gd name="connsiteX0" fmla="*/ 278549 w 1463883"/>
              <a:gd name="connsiteY0" fmla="*/ 460587 h 686646"/>
              <a:gd name="connsiteX1" fmla="*/ 833961 w 1463883"/>
              <a:gd name="connsiteY1" fmla="*/ 447040 h 686646"/>
              <a:gd name="connsiteX2" fmla="*/ 1463883 w 1463883"/>
              <a:gd name="connsiteY2" fmla="*/ 0 h 686646"/>
              <a:gd name="connsiteX3" fmla="*/ 1463882 w 1463883"/>
              <a:gd name="connsiteY3" fmla="*/ 686646 h 686646"/>
              <a:gd name="connsiteX4" fmla="*/ 842 w 1463883"/>
              <a:gd name="connsiteY4" fmla="*/ 686646 h 686646"/>
              <a:gd name="connsiteX5" fmla="*/ 278549 w 1463883"/>
              <a:gd name="connsiteY5" fmla="*/ 460587 h 686646"/>
              <a:gd name="connsiteX0" fmla="*/ 278814 w 1464148"/>
              <a:gd name="connsiteY0" fmla="*/ 460587 h 686646"/>
              <a:gd name="connsiteX1" fmla="*/ 834226 w 1464148"/>
              <a:gd name="connsiteY1" fmla="*/ 447040 h 686646"/>
              <a:gd name="connsiteX2" fmla="*/ 1464148 w 1464148"/>
              <a:gd name="connsiteY2" fmla="*/ 0 h 686646"/>
              <a:gd name="connsiteX3" fmla="*/ 1464147 w 1464148"/>
              <a:gd name="connsiteY3" fmla="*/ 686646 h 686646"/>
              <a:gd name="connsiteX4" fmla="*/ 1107 w 1464148"/>
              <a:gd name="connsiteY4" fmla="*/ 686646 h 686646"/>
              <a:gd name="connsiteX5" fmla="*/ 278814 w 1464148"/>
              <a:gd name="connsiteY5" fmla="*/ 460587 h 6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4148" h="686646">
                <a:moveTo>
                  <a:pt x="278814" y="460587"/>
                </a:moveTo>
                <a:cubicBezTo>
                  <a:pt x="458307" y="495159"/>
                  <a:pt x="583612" y="796996"/>
                  <a:pt x="834226" y="447040"/>
                </a:cubicBezTo>
                <a:cubicBezTo>
                  <a:pt x="1084840" y="97084"/>
                  <a:pt x="1199987" y="18063"/>
                  <a:pt x="1464148" y="0"/>
                </a:cubicBezTo>
                <a:cubicBezTo>
                  <a:pt x="1464148" y="228882"/>
                  <a:pt x="1464147" y="457764"/>
                  <a:pt x="1464147" y="686646"/>
                </a:cubicBezTo>
                <a:lnTo>
                  <a:pt x="1107" y="686646"/>
                </a:lnTo>
                <a:cubicBezTo>
                  <a:pt x="-12439" y="516889"/>
                  <a:pt x="99321" y="426015"/>
                  <a:pt x="278814" y="460587"/>
                </a:cubicBezTo>
                <a:close/>
              </a:path>
            </a:pathLst>
          </a:custGeom>
          <a:gradFill>
            <a:gsLst>
              <a:gs pos="0">
                <a:srgbClr val="F7941D"/>
              </a:gs>
              <a:gs pos="100000">
                <a:srgbClr val="F2494D"/>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5" name="Picture 14"/>
          <p:cNvPicPr>
            <a:picLocks noChangeAspect="1"/>
          </p:cNvPicPr>
          <p:nvPr/>
        </p:nvPicPr>
        <p:blipFill>
          <a:blip r:embed="rId8"/>
          <a:stretch>
            <a:fillRect/>
          </a:stretch>
        </p:blipFill>
        <p:spPr>
          <a:xfrm>
            <a:off x="7630856" y="1346542"/>
            <a:ext cx="316529" cy="316529"/>
          </a:xfrm>
          <a:prstGeom prst="rect">
            <a:avLst/>
          </a:prstGeom>
        </p:spPr>
      </p:pic>
      <p:pic>
        <p:nvPicPr>
          <p:cNvPr id="17" name="Picture 16"/>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8095951" y="1585866"/>
            <a:ext cx="176549" cy="176549"/>
          </a:xfrm>
          <a:prstGeom prst="rect">
            <a:avLst/>
          </a:prstGeom>
        </p:spPr>
      </p:pic>
      <p:pic>
        <p:nvPicPr>
          <p:cNvPr id="18" name="Picture 17"/>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7820499" y="1780036"/>
            <a:ext cx="176549" cy="176549"/>
          </a:xfrm>
          <a:prstGeom prst="rect">
            <a:avLst/>
          </a:prstGeom>
        </p:spPr>
      </p:pic>
      <p:pic>
        <p:nvPicPr>
          <p:cNvPr id="19" name="Picture 18"/>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7583493" y="1678501"/>
            <a:ext cx="99659" cy="99659"/>
          </a:xfrm>
          <a:prstGeom prst="rect">
            <a:avLst/>
          </a:prstGeom>
        </p:spPr>
      </p:pic>
      <p:pic>
        <p:nvPicPr>
          <p:cNvPr id="20" name="Picture 19"/>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8023819" y="1360227"/>
            <a:ext cx="99659" cy="99659"/>
          </a:xfrm>
          <a:prstGeom prst="rect">
            <a:avLst/>
          </a:prstGeom>
        </p:spPr>
      </p:pic>
    </p:spTree>
    <p:extLst>
      <p:ext uri="{BB962C8B-B14F-4D97-AF65-F5344CB8AC3E}">
        <p14:creationId xmlns:p14="http://schemas.microsoft.com/office/powerpoint/2010/main" val="65161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repeatCount="indefinite" accel="50000" decel="50000" autoRev="1" fill="hold" nodeType="withEffect">
                                  <p:stCondLst>
                                    <p:cond delay="0"/>
                                  </p:stCondLst>
                                  <p:childTnLst>
                                    <p:animMotion origin="layout" path="M 3.33333E-6 2.46914E-6 L -0.05504 0.00031 " pathEditMode="relative" rAng="0" ptsTypes="AA">
                                      <p:cBhvr>
                                        <p:cTn id="6" dur="5000" fill="hold"/>
                                        <p:tgtEl>
                                          <p:spTgt spid="2"/>
                                        </p:tgtEl>
                                        <p:attrNameLst>
                                          <p:attrName>ppt_x</p:attrName>
                                          <p:attrName>ppt_y</p:attrName>
                                        </p:attrNameLst>
                                      </p:cBhvr>
                                      <p:rCtr x="-2760" y="0"/>
                                    </p:animMotion>
                                  </p:childTnLst>
                                </p:cTn>
                              </p:par>
                              <p:par>
                                <p:cTn id="7" presetID="42" presetClass="path" presetSubtype="0" repeatCount="indefinite" accel="49600" decel="49600" autoRev="1" fill="hold" nodeType="withEffect">
                                  <p:stCondLst>
                                    <p:cond delay="0"/>
                                  </p:stCondLst>
                                  <p:childTnLst>
                                    <p:animMotion origin="layout" path="M 4.16667E-6 -2.34568E-6 L 0.00729 0.00031 " pathEditMode="relative" rAng="0" ptsTypes="AA">
                                      <p:cBhvr>
                                        <p:cTn id="8" dur="5000" fill="hold"/>
                                        <p:tgtEl>
                                          <p:spTgt spid="3"/>
                                        </p:tgtEl>
                                        <p:attrNameLst>
                                          <p:attrName>ppt_x</p:attrName>
                                          <p:attrName>ppt_y</p:attrName>
                                        </p:attrNameLst>
                                      </p:cBhvr>
                                      <p:rCtr x="365" y="0"/>
                                    </p:animMotion>
                                  </p:childTnLst>
                                </p:cTn>
                              </p:par>
                              <p:par>
                                <p:cTn id="9" presetID="42" presetClass="path" presetSubtype="0" repeatCount="indefinite" accel="50000" decel="50000" autoRev="1" fill="hold" nodeType="withEffect">
                                  <p:stCondLst>
                                    <p:cond delay="0"/>
                                  </p:stCondLst>
                                  <p:childTnLst>
                                    <p:animMotion origin="layout" path="M 1.38889E-6 -8.64198E-7 L 0.00833 0.00154 " pathEditMode="relative" rAng="0" ptsTypes="AA">
                                      <p:cBhvr>
                                        <p:cTn id="10" dur="5000" fill="hold"/>
                                        <p:tgtEl>
                                          <p:spTgt spid="5"/>
                                        </p:tgtEl>
                                        <p:attrNameLst>
                                          <p:attrName>ppt_x</p:attrName>
                                          <p:attrName>ppt_y</p:attrName>
                                        </p:attrNameLst>
                                      </p:cBhvr>
                                      <p:rCtr x="417" y="62"/>
                                    </p:animMotion>
                                  </p:childTnLst>
                                </p:cTn>
                              </p:par>
                              <p:par>
                                <p:cTn id="11" presetID="0" presetClass="path" presetSubtype="0" repeatCount="indefinite" autoRev="1" fill="hold" nodeType="withEffect">
                                  <p:stCondLst>
                                    <p:cond delay="0"/>
                                  </p:stCondLst>
                                  <p:childTnLst>
                                    <p:animMotion origin="layout" path="M -3.61111E-6 -1.60494E-6 L -3.61111E-6 0.00031 C -0.00104 -0.00031 -0.00191 -0.00031 -0.00295 -0.00123 C -0.00329 -0.00154 -0.00347 -0.00339 -0.00382 -0.00339 C -0.00486 -0.00339 -0.00573 -0.00278 -0.00677 -0.00247 C -0.00729 -0.00062 -0.00781 0.00154 -0.0085 0.00247 L -0.01041 0.00556 C -0.01111 0.00463 -0.01232 0.00401 -0.01302 0.00247 C -0.01371 0.00093 -0.01389 0.00062 -0.01406 -0.00123 L -0.01406 0.00124 L -0.01406 0.00154 " pathEditMode="relative" rAng="0" ptsTypes="AAAAAAAAAAA">
                                      <p:cBhvr>
                                        <p:cTn id="12" dur="5000" fill="hold"/>
                                        <p:tgtEl>
                                          <p:spTgt spid="6"/>
                                        </p:tgtEl>
                                        <p:attrNameLst>
                                          <p:attrName>ppt_x</p:attrName>
                                          <p:attrName>ppt_y</p:attrName>
                                        </p:attrNameLst>
                                      </p:cBhvr>
                                      <p:rCtr x="-712" y="93"/>
                                    </p:animMotion>
                                  </p:childTnLst>
                                </p:cTn>
                              </p:par>
                              <p:par>
                                <p:cTn id="13" presetID="63" presetClass="path" presetSubtype="0" repeatCount="indefinite" accel="50000" decel="50000" autoRev="1" fill="hold" nodeType="withEffect">
                                  <p:stCondLst>
                                    <p:cond delay="0"/>
                                  </p:stCondLst>
                                  <p:childTnLst>
                                    <p:animMotion origin="layout" path="M 3.05556E-6 1.23457E-7 L 0.03958 0.00154 " pathEditMode="relative" rAng="0" ptsTypes="AA">
                                      <p:cBhvr>
                                        <p:cTn id="14" dur="5000" fill="hold"/>
                                        <p:tgtEl>
                                          <p:spTgt spid="9"/>
                                        </p:tgtEl>
                                        <p:attrNameLst>
                                          <p:attrName>ppt_x</p:attrName>
                                          <p:attrName>ppt_y</p:attrName>
                                        </p:attrNameLst>
                                      </p:cBhvr>
                                      <p:rCtr x="1979" y="62"/>
                                    </p:animMotion>
                                  </p:childTnLst>
                                </p:cTn>
                              </p:par>
                              <p:par>
                                <p:cTn id="15" presetID="49" presetClass="entr" presetSubtype="0" repeatCount="indefinite" decel="100000" fill="remove"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p:cTn id="17" dur="5000" fill="hold"/>
                                        <p:tgtEl>
                                          <p:spTgt spid="15"/>
                                        </p:tgtEl>
                                        <p:attrNameLst>
                                          <p:attrName>ppt_w</p:attrName>
                                        </p:attrNameLst>
                                      </p:cBhvr>
                                      <p:tavLst>
                                        <p:tav tm="0">
                                          <p:val>
                                            <p:fltVal val="0"/>
                                          </p:val>
                                        </p:tav>
                                        <p:tav tm="100000">
                                          <p:val>
                                            <p:strVal val="#ppt_w"/>
                                          </p:val>
                                        </p:tav>
                                      </p:tavLst>
                                    </p:anim>
                                    <p:anim calcmode="lin" valueType="num">
                                      <p:cBhvr>
                                        <p:cTn id="18" dur="5000" fill="hold"/>
                                        <p:tgtEl>
                                          <p:spTgt spid="15"/>
                                        </p:tgtEl>
                                        <p:attrNameLst>
                                          <p:attrName>ppt_h</p:attrName>
                                        </p:attrNameLst>
                                      </p:cBhvr>
                                      <p:tavLst>
                                        <p:tav tm="0">
                                          <p:val>
                                            <p:fltVal val="0"/>
                                          </p:val>
                                        </p:tav>
                                        <p:tav tm="100000">
                                          <p:val>
                                            <p:strVal val="#ppt_h"/>
                                          </p:val>
                                        </p:tav>
                                      </p:tavLst>
                                    </p:anim>
                                    <p:anim calcmode="lin" valueType="num">
                                      <p:cBhvr>
                                        <p:cTn id="19" dur="5000" fill="hold"/>
                                        <p:tgtEl>
                                          <p:spTgt spid="15"/>
                                        </p:tgtEl>
                                        <p:attrNameLst>
                                          <p:attrName>style.rotation</p:attrName>
                                        </p:attrNameLst>
                                      </p:cBhvr>
                                      <p:tavLst>
                                        <p:tav tm="0">
                                          <p:val>
                                            <p:fltVal val="360"/>
                                          </p:val>
                                        </p:tav>
                                        <p:tav tm="100000">
                                          <p:val>
                                            <p:fltVal val="0"/>
                                          </p:val>
                                        </p:tav>
                                      </p:tavLst>
                                    </p:anim>
                                    <p:animEffect transition="in" filter="fade">
                                      <p:cBhvr>
                                        <p:cTn id="20" dur="5000"/>
                                        <p:tgtEl>
                                          <p:spTgt spid="15"/>
                                        </p:tgtEl>
                                      </p:cBhvr>
                                    </p:animEffect>
                                  </p:childTnLst>
                                </p:cTn>
                              </p:par>
                              <p:par>
                                <p:cTn id="21" presetID="49" presetClass="entr" presetSubtype="0" repeatCount="indefinite" decel="100000" fill="remove"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5000" fill="hold"/>
                                        <p:tgtEl>
                                          <p:spTgt spid="17"/>
                                        </p:tgtEl>
                                        <p:attrNameLst>
                                          <p:attrName>ppt_w</p:attrName>
                                        </p:attrNameLst>
                                      </p:cBhvr>
                                      <p:tavLst>
                                        <p:tav tm="0">
                                          <p:val>
                                            <p:fltVal val="0"/>
                                          </p:val>
                                        </p:tav>
                                        <p:tav tm="100000">
                                          <p:val>
                                            <p:strVal val="#ppt_w"/>
                                          </p:val>
                                        </p:tav>
                                      </p:tavLst>
                                    </p:anim>
                                    <p:anim calcmode="lin" valueType="num">
                                      <p:cBhvr>
                                        <p:cTn id="24" dur="5000" fill="hold"/>
                                        <p:tgtEl>
                                          <p:spTgt spid="17"/>
                                        </p:tgtEl>
                                        <p:attrNameLst>
                                          <p:attrName>ppt_h</p:attrName>
                                        </p:attrNameLst>
                                      </p:cBhvr>
                                      <p:tavLst>
                                        <p:tav tm="0">
                                          <p:val>
                                            <p:fltVal val="0"/>
                                          </p:val>
                                        </p:tav>
                                        <p:tav tm="100000">
                                          <p:val>
                                            <p:strVal val="#ppt_h"/>
                                          </p:val>
                                        </p:tav>
                                      </p:tavLst>
                                    </p:anim>
                                    <p:anim calcmode="lin" valueType="num">
                                      <p:cBhvr>
                                        <p:cTn id="25" dur="5000" fill="hold"/>
                                        <p:tgtEl>
                                          <p:spTgt spid="17"/>
                                        </p:tgtEl>
                                        <p:attrNameLst>
                                          <p:attrName>style.rotation</p:attrName>
                                        </p:attrNameLst>
                                      </p:cBhvr>
                                      <p:tavLst>
                                        <p:tav tm="0">
                                          <p:val>
                                            <p:fltVal val="360"/>
                                          </p:val>
                                        </p:tav>
                                        <p:tav tm="100000">
                                          <p:val>
                                            <p:fltVal val="0"/>
                                          </p:val>
                                        </p:tav>
                                      </p:tavLst>
                                    </p:anim>
                                    <p:animEffect transition="in" filter="fade">
                                      <p:cBhvr>
                                        <p:cTn id="26" dur="5000"/>
                                        <p:tgtEl>
                                          <p:spTgt spid="17"/>
                                        </p:tgtEl>
                                      </p:cBhvr>
                                    </p:animEffect>
                                  </p:childTnLst>
                                </p:cTn>
                              </p:par>
                              <p:par>
                                <p:cTn id="27" presetID="49" presetClass="entr" presetSubtype="0" repeatCount="indefinite" decel="100000" fill="remove" nodeType="with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p:cTn id="29" dur="5000" fill="hold"/>
                                        <p:tgtEl>
                                          <p:spTgt spid="18"/>
                                        </p:tgtEl>
                                        <p:attrNameLst>
                                          <p:attrName>ppt_w</p:attrName>
                                        </p:attrNameLst>
                                      </p:cBhvr>
                                      <p:tavLst>
                                        <p:tav tm="0">
                                          <p:val>
                                            <p:fltVal val="0"/>
                                          </p:val>
                                        </p:tav>
                                        <p:tav tm="100000">
                                          <p:val>
                                            <p:strVal val="#ppt_w"/>
                                          </p:val>
                                        </p:tav>
                                      </p:tavLst>
                                    </p:anim>
                                    <p:anim calcmode="lin" valueType="num">
                                      <p:cBhvr>
                                        <p:cTn id="30" dur="5000" fill="hold"/>
                                        <p:tgtEl>
                                          <p:spTgt spid="18"/>
                                        </p:tgtEl>
                                        <p:attrNameLst>
                                          <p:attrName>ppt_h</p:attrName>
                                        </p:attrNameLst>
                                      </p:cBhvr>
                                      <p:tavLst>
                                        <p:tav tm="0">
                                          <p:val>
                                            <p:fltVal val="0"/>
                                          </p:val>
                                        </p:tav>
                                        <p:tav tm="100000">
                                          <p:val>
                                            <p:strVal val="#ppt_h"/>
                                          </p:val>
                                        </p:tav>
                                      </p:tavLst>
                                    </p:anim>
                                    <p:anim calcmode="lin" valueType="num">
                                      <p:cBhvr>
                                        <p:cTn id="31" dur="5000" fill="hold"/>
                                        <p:tgtEl>
                                          <p:spTgt spid="18"/>
                                        </p:tgtEl>
                                        <p:attrNameLst>
                                          <p:attrName>style.rotation</p:attrName>
                                        </p:attrNameLst>
                                      </p:cBhvr>
                                      <p:tavLst>
                                        <p:tav tm="0">
                                          <p:val>
                                            <p:fltVal val="360"/>
                                          </p:val>
                                        </p:tav>
                                        <p:tav tm="100000">
                                          <p:val>
                                            <p:fltVal val="0"/>
                                          </p:val>
                                        </p:tav>
                                      </p:tavLst>
                                    </p:anim>
                                    <p:animEffect transition="in" filter="fade">
                                      <p:cBhvr>
                                        <p:cTn id="32" dur="5000"/>
                                        <p:tgtEl>
                                          <p:spTgt spid="18"/>
                                        </p:tgtEl>
                                      </p:cBhvr>
                                    </p:animEffect>
                                  </p:childTnLst>
                                </p:cTn>
                              </p:par>
                              <p:par>
                                <p:cTn id="33" presetID="49" presetClass="entr" presetSubtype="0" repeatCount="indefinite" decel="100000" fill="remove"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p:cTn id="35" dur="5000" fill="hold"/>
                                        <p:tgtEl>
                                          <p:spTgt spid="19"/>
                                        </p:tgtEl>
                                        <p:attrNameLst>
                                          <p:attrName>ppt_w</p:attrName>
                                        </p:attrNameLst>
                                      </p:cBhvr>
                                      <p:tavLst>
                                        <p:tav tm="0">
                                          <p:val>
                                            <p:fltVal val="0"/>
                                          </p:val>
                                        </p:tav>
                                        <p:tav tm="100000">
                                          <p:val>
                                            <p:strVal val="#ppt_w"/>
                                          </p:val>
                                        </p:tav>
                                      </p:tavLst>
                                    </p:anim>
                                    <p:anim calcmode="lin" valueType="num">
                                      <p:cBhvr>
                                        <p:cTn id="36" dur="5000" fill="hold"/>
                                        <p:tgtEl>
                                          <p:spTgt spid="19"/>
                                        </p:tgtEl>
                                        <p:attrNameLst>
                                          <p:attrName>ppt_h</p:attrName>
                                        </p:attrNameLst>
                                      </p:cBhvr>
                                      <p:tavLst>
                                        <p:tav tm="0">
                                          <p:val>
                                            <p:fltVal val="0"/>
                                          </p:val>
                                        </p:tav>
                                        <p:tav tm="100000">
                                          <p:val>
                                            <p:strVal val="#ppt_h"/>
                                          </p:val>
                                        </p:tav>
                                      </p:tavLst>
                                    </p:anim>
                                    <p:anim calcmode="lin" valueType="num">
                                      <p:cBhvr>
                                        <p:cTn id="37" dur="5000" fill="hold"/>
                                        <p:tgtEl>
                                          <p:spTgt spid="19"/>
                                        </p:tgtEl>
                                        <p:attrNameLst>
                                          <p:attrName>style.rotation</p:attrName>
                                        </p:attrNameLst>
                                      </p:cBhvr>
                                      <p:tavLst>
                                        <p:tav tm="0">
                                          <p:val>
                                            <p:fltVal val="360"/>
                                          </p:val>
                                        </p:tav>
                                        <p:tav tm="100000">
                                          <p:val>
                                            <p:fltVal val="0"/>
                                          </p:val>
                                        </p:tav>
                                      </p:tavLst>
                                    </p:anim>
                                    <p:animEffect transition="in" filter="fade">
                                      <p:cBhvr>
                                        <p:cTn id="38" dur="5000"/>
                                        <p:tgtEl>
                                          <p:spTgt spid="19"/>
                                        </p:tgtEl>
                                      </p:cBhvr>
                                    </p:animEffect>
                                  </p:childTnLst>
                                </p:cTn>
                              </p:par>
                              <p:par>
                                <p:cTn id="39" presetID="49" presetClass="entr" presetSubtype="0" repeatCount="indefinite" decel="100000" fill="remove" nodeType="with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p:cTn id="41" dur="5000" fill="hold"/>
                                        <p:tgtEl>
                                          <p:spTgt spid="20"/>
                                        </p:tgtEl>
                                        <p:attrNameLst>
                                          <p:attrName>ppt_w</p:attrName>
                                        </p:attrNameLst>
                                      </p:cBhvr>
                                      <p:tavLst>
                                        <p:tav tm="0">
                                          <p:val>
                                            <p:fltVal val="0"/>
                                          </p:val>
                                        </p:tav>
                                        <p:tav tm="100000">
                                          <p:val>
                                            <p:strVal val="#ppt_w"/>
                                          </p:val>
                                        </p:tav>
                                      </p:tavLst>
                                    </p:anim>
                                    <p:anim calcmode="lin" valueType="num">
                                      <p:cBhvr>
                                        <p:cTn id="42" dur="5000" fill="hold"/>
                                        <p:tgtEl>
                                          <p:spTgt spid="20"/>
                                        </p:tgtEl>
                                        <p:attrNameLst>
                                          <p:attrName>ppt_h</p:attrName>
                                        </p:attrNameLst>
                                      </p:cBhvr>
                                      <p:tavLst>
                                        <p:tav tm="0">
                                          <p:val>
                                            <p:fltVal val="0"/>
                                          </p:val>
                                        </p:tav>
                                        <p:tav tm="100000">
                                          <p:val>
                                            <p:strVal val="#ppt_h"/>
                                          </p:val>
                                        </p:tav>
                                      </p:tavLst>
                                    </p:anim>
                                    <p:anim calcmode="lin" valueType="num">
                                      <p:cBhvr>
                                        <p:cTn id="43" dur="5000" fill="hold"/>
                                        <p:tgtEl>
                                          <p:spTgt spid="20"/>
                                        </p:tgtEl>
                                        <p:attrNameLst>
                                          <p:attrName>style.rotation</p:attrName>
                                        </p:attrNameLst>
                                      </p:cBhvr>
                                      <p:tavLst>
                                        <p:tav tm="0">
                                          <p:val>
                                            <p:fltVal val="360"/>
                                          </p:val>
                                        </p:tav>
                                        <p:tav tm="100000">
                                          <p:val>
                                            <p:fltVal val="0"/>
                                          </p:val>
                                        </p:tav>
                                      </p:tavLst>
                                    </p:anim>
                                    <p:animEffect transition="in" filter="fade">
                                      <p:cBhvr>
                                        <p:cTn id="44" dur="5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Custom Layout">
    <p:bg>
      <p:bgPr>
        <a:gradFill flip="none" rotWithShape="1">
          <a:gsLst>
            <a:gs pos="100000">
              <a:schemeClr val="bg1">
                <a:lumMod val="95000"/>
              </a:schemeClr>
            </a:gs>
            <a:gs pos="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17835" y="2272142"/>
            <a:ext cx="9956565" cy="615553"/>
          </a:xfrm>
          <a:prstGeom prst="rect">
            <a:avLst/>
          </a:prstGeom>
        </p:spPr>
        <p:txBody>
          <a:bodyPr/>
          <a:lstStyle>
            <a:lvl1pPr algn="ctr">
              <a:defRPr sz="3200" b="1">
                <a:solidFill>
                  <a:schemeClr val="tx1">
                    <a:lumMod val="95000"/>
                    <a:lumOff val="5000"/>
                  </a:schemeClr>
                </a:solidFill>
              </a:defRPr>
            </a:lvl1pPr>
          </a:lstStyle>
          <a:p>
            <a:r>
              <a:rPr lang="en-US" dirty="0"/>
              <a:t>Thank you</a:t>
            </a:r>
            <a:endParaRPr lang="en-IN" dirty="0"/>
          </a:p>
        </p:txBody>
      </p:sp>
      <p:sp>
        <p:nvSpPr>
          <p:cNvPr id="9" name="Footer Placeholder 2"/>
          <p:cNvSpPr txBox="1">
            <a:spLocks/>
          </p:cNvSpPr>
          <p:nvPr userDrawn="1"/>
        </p:nvSpPr>
        <p:spPr>
          <a:xfrm>
            <a:off x="3935760" y="4280215"/>
            <a:ext cx="4320480" cy="365125"/>
          </a:xfrm>
          <a:prstGeom prst="rect">
            <a:avLst/>
          </a:prstGeom>
        </p:spPr>
        <p:txBody>
          <a:bodyPr vert="horz" lIns="121920" tIns="60960" rIns="121920" bIns="60960" rtlCol="0" anchor="ctr"/>
          <a:lstStyle>
            <a:defPPr>
              <a:defRPr lang="en-US"/>
            </a:defPPr>
            <a:lvl1pPr marL="0" algn="ctr" defTabSz="914400" rtl="0" eaLnBrk="1" latinLnBrk="0" hangingPunct="1">
              <a:defRPr sz="1200" b="1"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867" b="0" dirty="0">
                <a:solidFill>
                  <a:schemeClr val="tx1"/>
                </a:solidFill>
              </a:rPr>
              <a:t>www.saksoft.com  | info@saksoft.com</a:t>
            </a:r>
          </a:p>
        </p:txBody>
      </p:sp>
      <p:pic>
        <p:nvPicPr>
          <p:cNvPr id="2050" name="Picture 2" descr="D:\Projects\Saranraj\Project\Marketing Kit\Saksoft\Corporate-Presentation-Template New Theme\top-bord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3175"/>
            <a:ext cx="12192000" cy="171451"/>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p:cNvSpPr txBox="1">
            <a:spLocks/>
          </p:cNvSpPr>
          <p:nvPr userDrawn="1"/>
        </p:nvSpPr>
        <p:spPr>
          <a:xfrm>
            <a:off x="1117718" y="2917406"/>
            <a:ext cx="9956565" cy="410433"/>
          </a:xfrm>
          <a:prstGeom prst="rect">
            <a:avLst/>
          </a:prstGeom>
        </p:spPr>
        <p:txBody>
          <a:bodyPr vert="horz" wrap="square" lIns="121920" tIns="60960" rIns="121920" bIns="60960" rtlCol="0" anchor="ctr">
            <a:spAutoFit/>
          </a:bodyPr>
          <a:lstStyle>
            <a:lvl1pPr algn="ctr" defTabSz="914400" rtl="0" eaLnBrk="1" latinLnBrk="0" hangingPunct="1">
              <a:spcBef>
                <a:spcPct val="0"/>
              </a:spcBef>
              <a:buNone/>
              <a:defRPr sz="2400" b="1" kern="1200">
                <a:solidFill>
                  <a:schemeClr val="tx1">
                    <a:lumMod val="95000"/>
                    <a:lumOff val="5000"/>
                  </a:schemeClr>
                </a:solidFill>
                <a:latin typeface="+mj-lt"/>
                <a:ea typeface="+mj-ea"/>
                <a:cs typeface="+mj-cs"/>
              </a:defRPr>
            </a:lvl1pPr>
          </a:lstStyle>
          <a:p>
            <a:r>
              <a:rPr lang="en-US" sz="1867" b="0" dirty="0"/>
              <a:t>For further details, please contact us</a:t>
            </a:r>
            <a:endParaRPr lang="en-IN" sz="1867" b="0" dirty="0"/>
          </a:p>
        </p:txBody>
      </p:sp>
      <p:cxnSp>
        <p:nvCxnSpPr>
          <p:cNvPr id="11" name="Straight Connector 10"/>
          <p:cNvCxnSpPr/>
          <p:nvPr userDrawn="1"/>
        </p:nvCxnSpPr>
        <p:spPr>
          <a:xfrm flipV="1">
            <a:off x="5585915" y="2806700"/>
            <a:ext cx="1020175" cy="4051"/>
          </a:xfrm>
          <a:prstGeom prst="line">
            <a:avLst/>
          </a:prstGeom>
          <a:ln w="57150">
            <a:solidFill>
              <a:srgbClr val="FF8F1F"/>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504480" y="6515100"/>
            <a:ext cx="11133905" cy="0"/>
          </a:xfrm>
          <a:prstGeom prst="line">
            <a:avLst/>
          </a:prstGeom>
          <a:ln w="9525">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5" name="Group 4"/>
          <p:cNvGrpSpPr/>
          <p:nvPr userDrawn="1"/>
        </p:nvGrpSpPr>
        <p:grpSpPr>
          <a:xfrm>
            <a:off x="5638573" y="6384213"/>
            <a:ext cx="914860" cy="241003"/>
            <a:chOff x="4189435" y="6313010"/>
            <a:chExt cx="686145" cy="241002"/>
          </a:xfrm>
        </p:grpSpPr>
        <p:sp>
          <p:nvSpPr>
            <p:cNvPr id="3" name="Rectangle 2"/>
            <p:cNvSpPr/>
            <p:nvPr userDrawn="1"/>
          </p:nvSpPr>
          <p:spPr>
            <a:xfrm>
              <a:off x="4189435" y="6313010"/>
              <a:ext cx="686145" cy="241002"/>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grpSp>
          <p:nvGrpSpPr>
            <p:cNvPr id="4" name="Group 3"/>
            <p:cNvGrpSpPr/>
            <p:nvPr userDrawn="1"/>
          </p:nvGrpSpPr>
          <p:grpSpPr>
            <a:xfrm>
              <a:off x="4334997" y="6387791"/>
              <a:ext cx="395020" cy="121920"/>
              <a:chOff x="4328770" y="6420255"/>
              <a:chExt cx="395020" cy="121920"/>
            </a:xfrm>
          </p:grpSpPr>
          <p:sp>
            <p:nvSpPr>
              <p:cNvPr id="12" name="Oval 11"/>
              <p:cNvSpPr/>
              <p:nvPr userDrawn="1"/>
            </p:nvSpPr>
            <p:spPr>
              <a:xfrm>
                <a:off x="4328770" y="6420255"/>
                <a:ext cx="91440" cy="121920"/>
              </a:xfrm>
              <a:prstGeom prst="ellipse">
                <a:avLst/>
              </a:prstGeom>
              <a:solidFill>
                <a:srgbClr val="609B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3" name="Oval 12"/>
              <p:cNvSpPr/>
              <p:nvPr userDrawn="1"/>
            </p:nvSpPr>
            <p:spPr>
              <a:xfrm>
                <a:off x="4480560" y="6420255"/>
                <a:ext cx="91440" cy="121920"/>
              </a:xfrm>
              <a:prstGeom prst="ellipse">
                <a:avLst/>
              </a:prstGeom>
              <a:solidFill>
                <a:srgbClr val="F9A2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4" name="Oval 13"/>
              <p:cNvSpPr/>
              <p:nvPr userDrawn="1"/>
            </p:nvSpPr>
            <p:spPr>
              <a:xfrm>
                <a:off x="4632350" y="6420255"/>
                <a:ext cx="91440" cy="121920"/>
              </a:xfrm>
              <a:prstGeom prst="ellipse">
                <a:avLst/>
              </a:prstGeom>
              <a:solidFill>
                <a:srgbClr val="1A6A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grpSp>
      </p:grpSp>
      <p:sp>
        <p:nvSpPr>
          <p:cNvPr id="15" name="Oval 14"/>
          <p:cNvSpPr/>
          <p:nvPr userDrawn="1"/>
        </p:nvSpPr>
        <p:spPr>
          <a:xfrm>
            <a:off x="11620129" y="6457365"/>
            <a:ext cx="116732" cy="121920"/>
          </a:xfrm>
          <a:prstGeom prst="ellipse">
            <a:avLst/>
          </a:prstGeom>
          <a:solidFill>
            <a:srgbClr val="1A6A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6" name="Oval 15"/>
          <p:cNvSpPr/>
          <p:nvPr userDrawn="1"/>
        </p:nvSpPr>
        <p:spPr>
          <a:xfrm>
            <a:off x="420286" y="6454931"/>
            <a:ext cx="116732" cy="121920"/>
          </a:xfrm>
          <a:prstGeom prst="ellipse">
            <a:avLst/>
          </a:prstGeom>
          <a:solidFill>
            <a:srgbClr val="1A6A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pic>
        <p:nvPicPr>
          <p:cNvPr id="1028" name="Picture 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700234" y="3393991"/>
            <a:ext cx="2791535" cy="946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80636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Title&amp;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35360" y="1196754"/>
            <a:ext cx="11521280" cy="48245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Rectangle 13"/>
          <p:cNvSpPr/>
          <p:nvPr/>
        </p:nvSpPr>
        <p:spPr>
          <a:xfrm>
            <a:off x="11078401" y="6337469"/>
            <a:ext cx="1113599" cy="520531"/>
          </a:xfrm>
          <a:custGeom>
            <a:avLst/>
            <a:gdLst>
              <a:gd name="connsiteX0" fmla="*/ 0 w 1463040"/>
              <a:gd name="connsiteY0" fmla="*/ 0 h 205740"/>
              <a:gd name="connsiteX1" fmla="*/ 1463040 w 1463040"/>
              <a:gd name="connsiteY1" fmla="*/ 0 h 205740"/>
              <a:gd name="connsiteX2" fmla="*/ 1463040 w 1463040"/>
              <a:gd name="connsiteY2" fmla="*/ 205740 h 205740"/>
              <a:gd name="connsiteX3" fmla="*/ 0 w 1463040"/>
              <a:gd name="connsiteY3" fmla="*/ 205740 h 205740"/>
              <a:gd name="connsiteX4" fmla="*/ 0 w 1463040"/>
              <a:gd name="connsiteY4" fmla="*/ 0 h 205740"/>
              <a:gd name="connsiteX0" fmla="*/ 0 w 1463040"/>
              <a:gd name="connsiteY0" fmla="*/ 0 h 205740"/>
              <a:gd name="connsiteX1" fmla="*/ 467360 w 1463040"/>
              <a:gd name="connsiteY1" fmla="*/ 0 h 205740"/>
              <a:gd name="connsiteX2" fmla="*/ 1463040 w 1463040"/>
              <a:gd name="connsiteY2" fmla="*/ 0 h 205740"/>
              <a:gd name="connsiteX3" fmla="*/ 1463040 w 1463040"/>
              <a:gd name="connsiteY3" fmla="*/ 205740 h 205740"/>
              <a:gd name="connsiteX4" fmla="*/ 0 w 1463040"/>
              <a:gd name="connsiteY4" fmla="*/ 205740 h 205740"/>
              <a:gd name="connsiteX5" fmla="*/ 0 w 1463040"/>
              <a:gd name="connsiteY5" fmla="*/ 0 h 205740"/>
              <a:gd name="connsiteX0" fmla="*/ 127838 w 1590878"/>
              <a:gd name="connsiteY0" fmla="*/ 15240 h 220980"/>
              <a:gd name="connsiteX1" fmla="*/ 595198 w 1590878"/>
              <a:gd name="connsiteY1" fmla="*/ 15240 h 220980"/>
              <a:gd name="connsiteX2" fmla="*/ 1590878 w 1590878"/>
              <a:gd name="connsiteY2" fmla="*/ 15240 h 220980"/>
              <a:gd name="connsiteX3" fmla="*/ 1590878 w 1590878"/>
              <a:gd name="connsiteY3" fmla="*/ 220980 h 220980"/>
              <a:gd name="connsiteX4" fmla="*/ 127838 w 1590878"/>
              <a:gd name="connsiteY4" fmla="*/ 220980 h 220980"/>
              <a:gd name="connsiteX5" fmla="*/ 127838 w 1590878"/>
              <a:gd name="connsiteY5" fmla="*/ 15240 h 220980"/>
              <a:gd name="connsiteX0" fmla="*/ 127838 w 1597652"/>
              <a:gd name="connsiteY0" fmla="*/ 15240 h 220980"/>
              <a:gd name="connsiteX1" fmla="*/ 595198 w 1597652"/>
              <a:gd name="connsiteY1" fmla="*/ 15240 h 220980"/>
              <a:gd name="connsiteX2" fmla="*/ 1597652 w 1597652"/>
              <a:gd name="connsiteY2" fmla="*/ 15240 h 220980"/>
              <a:gd name="connsiteX3" fmla="*/ 1590878 w 1597652"/>
              <a:gd name="connsiteY3" fmla="*/ 220980 h 220980"/>
              <a:gd name="connsiteX4" fmla="*/ 127838 w 1597652"/>
              <a:gd name="connsiteY4" fmla="*/ 220980 h 220980"/>
              <a:gd name="connsiteX5" fmla="*/ 127838 w 1597652"/>
              <a:gd name="connsiteY5" fmla="*/ 15240 h 220980"/>
              <a:gd name="connsiteX0" fmla="*/ 127838 w 1590879"/>
              <a:gd name="connsiteY0" fmla="*/ 480906 h 686646"/>
              <a:gd name="connsiteX1" fmla="*/ 595198 w 1590879"/>
              <a:gd name="connsiteY1" fmla="*/ 480906 h 686646"/>
              <a:gd name="connsiteX2" fmla="*/ 1590879 w 1590879"/>
              <a:gd name="connsiteY2" fmla="*/ 0 h 686646"/>
              <a:gd name="connsiteX3" fmla="*/ 1590878 w 1590879"/>
              <a:gd name="connsiteY3" fmla="*/ 686646 h 686646"/>
              <a:gd name="connsiteX4" fmla="*/ 127838 w 1590879"/>
              <a:gd name="connsiteY4" fmla="*/ 686646 h 686646"/>
              <a:gd name="connsiteX5" fmla="*/ 127838 w 1590879"/>
              <a:gd name="connsiteY5" fmla="*/ 480906 h 686646"/>
              <a:gd name="connsiteX0" fmla="*/ 127838 w 1590879"/>
              <a:gd name="connsiteY0" fmla="*/ 480906 h 686646"/>
              <a:gd name="connsiteX1" fmla="*/ 595198 w 1590879"/>
              <a:gd name="connsiteY1" fmla="*/ 480906 h 686646"/>
              <a:gd name="connsiteX2" fmla="*/ 1590879 w 1590879"/>
              <a:gd name="connsiteY2" fmla="*/ 0 h 686646"/>
              <a:gd name="connsiteX3" fmla="*/ 1590878 w 1590879"/>
              <a:gd name="connsiteY3" fmla="*/ 686646 h 686646"/>
              <a:gd name="connsiteX4" fmla="*/ 127838 w 1590879"/>
              <a:gd name="connsiteY4" fmla="*/ 686646 h 686646"/>
              <a:gd name="connsiteX5" fmla="*/ 127838 w 1590879"/>
              <a:gd name="connsiteY5" fmla="*/ 480906 h 686646"/>
              <a:gd name="connsiteX0" fmla="*/ 127838 w 1590879"/>
              <a:gd name="connsiteY0" fmla="*/ 480906 h 686646"/>
              <a:gd name="connsiteX1" fmla="*/ 595198 w 1590879"/>
              <a:gd name="connsiteY1" fmla="*/ 480906 h 686646"/>
              <a:gd name="connsiteX2" fmla="*/ 1590879 w 1590879"/>
              <a:gd name="connsiteY2" fmla="*/ 0 h 686646"/>
              <a:gd name="connsiteX3" fmla="*/ 1590878 w 1590879"/>
              <a:gd name="connsiteY3" fmla="*/ 686646 h 686646"/>
              <a:gd name="connsiteX4" fmla="*/ 127838 w 1590879"/>
              <a:gd name="connsiteY4" fmla="*/ 686646 h 686646"/>
              <a:gd name="connsiteX5" fmla="*/ 127838 w 1590879"/>
              <a:gd name="connsiteY5" fmla="*/ 480906 h 686646"/>
              <a:gd name="connsiteX0" fmla="*/ 155796 w 1618837"/>
              <a:gd name="connsiteY0" fmla="*/ 480906 h 686646"/>
              <a:gd name="connsiteX1" fmla="*/ 1165022 w 1618837"/>
              <a:gd name="connsiteY1" fmla="*/ 501226 h 686646"/>
              <a:gd name="connsiteX2" fmla="*/ 1618837 w 1618837"/>
              <a:gd name="connsiteY2" fmla="*/ 0 h 686646"/>
              <a:gd name="connsiteX3" fmla="*/ 1618836 w 1618837"/>
              <a:gd name="connsiteY3" fmla="*/ 686646 h 686646"/>
              <a:gd name="connsiteX4" fmla="*/ 155796 w 1618837"/>
              <a:gd name="connsiteY4" fmla="*/ 686646 h 686646"/>
              <a:gd name="connsiteX5" fmla="*/ 155796 w 1618837"/>
              <a:gd name="connsiteY5" fmla="*/ 480906 h 686646"/>
              <a:gd name="connsiteX0" fmla="*/ 155796 w 1618837"/>
              <a:gd name="connsiteY0" fmla="*/ 480906 h 686646"/>
              <a:gd name="connsiteX1" fmla="*/ 1165022 w 1618837"/>
              <a:gd name="connsiteY1" fmla="*/ 501226 h 686646"/>
              <a:gd name="connsiteX2" fmla="*/ 1618837 w 1618837"/>
              <a:gd name="connsiteY2" fmla="*/ 0 h 686646"/>
              <a:gd name="connsiteX3" fmla="*/ 1618836 w 1618837"/>
              <a:gd name="connsiteY3" fmla="*/ 686646 h 686646"/>
              <a:gd name="connsiteX4" fmla="*/ 155796 w 1618837"/>
              <a:gd name="connsiteY4" fmla="*/ 686646 h 686646"/>
              <a:gd name="connsiteX5" fmla="*/ 155796 w 1618837"/>
              <a:gd name="connsiteY5" fmla="*/ 480906 h 686646"/>
              <a:gd name="connsiteX0" fmla="*/ 437603 w 1534884"/>
              <a:gd name="connsiteY0" fmla="*/ 460586 h 686646"/>
              <a:gd name="connsiteX1" fmla="*/ 1081069 w 1534884"/>
              <a:gd name="connsiteY1" fmla="*/ 501226 h 686646"/>
              <a:gd name="connsiteX2" fmla="*/ 1534884 w 1534884"/>
              <a:gd name="connsiteY2" fmla="*/ 0 h 686646"/>
              <a:gd name="connsiteX3" fmla="*/ 1534883 w 1534884"/>
              <a:gd name="connsiteY3" fmla="*/ 686646 h 686646"/>
              <a:gd name="connsiteX4" fmla="*/ 71843 w 1534884"/>
              <a:gd name="connsiteY4" fmla="*/ 686646 h 686646"/>
              <a:gd name="connsiteX5" fmla="*/ 437603 w 1534884"/>
              <a:gd name="connsiteY5" fmla="*/ 460586 h 686646"/>
              <a:gd name="connsiteX0" fmla="*/ 680640 w 1513761"/>
              <a:gd name="connsiteY0" fmla="*/ 474133 h 686646"/>
              <a:gd name="connsiteX1" fmla="*/ 1059946 w 1513761"/>
              <a:gd name="connsiteY1" fmla="*/ 501226 h 686646"/>
              <a:gd name="connsiteX2" fmla="*/ 1513761 w 1513761"/>
              <a:gd name="connsiteY2" fmla="*/ 0 h 686646"/>
              <a:gd name="connsiteX3" fmla="*/ 1513760 w 1513761"/>
              <a:gd name="connsiteY3" fmla="*/ 686646 h 686646"/>
              <a:gd name="connsiteX4" fmla="*/ 50720 w 1513761"/>
              <a:gd name="connsiteY4" fmla="*/ 686646 h 686646"/>
              <a:gd name="connsiteX5" fmla="*/ 680640 w 1513761"/>
              <a:gd name="connsiteY5" fmla="*/ 474133 h 686646"/>
              <a:gd name="connsiteX0" fmla="*/ 737074 w 1570195"/>
              <a:gd name="connsiteY0" fmla="*/ 474133 h 686646"/>
              <a:gd name="connsiteX1" fmla="*/ 1116380 w 1570195"/>
              <a:gd name="connsiteY1" fmla="*/ 501226 h 686646"/>
              <a:gd name="connsiteX2" fmla="*/ 1570195 w 1570195"/>
              <a:gd name="connsiteY2" fmla="*/ 0 h 686646"/>
              <a:gd name="connsiteX3" fmla="*/ 1570194 w 1570195"/>
              <a:gd name="connsiteY3" fmla="*/ 686646 h 686646"/>
              <a:gd name="connsiteX4" fmla="*/ 107154 w 1570195"/>
              <a:gd name="connsiteY4" fmla="*/ 686646 h 686646"/>
              <a:gd name="connsiteX5" fmla="*/ 737074 w 1570195"/>
              <a:gd name="connsiteY5" fmla="*/ 474133 h 686646"/>
              <a:gd name="connsiteX0" fmla="*/ 654094 w 1595588"/>
              <a:gd name="connsiteY0" fmla="*/ 474133 h 686646"/>
              <a:gd name="connsiteX1" fmla="*/ 1141773 w 1595588"/>
              <a:gd name="connsiteY1" fmla="*/ 501226 h 686646"/>
              <a:gd name="connsiteX2" fmla="*/ 1595588 w 1595588"/>
              <a:gd name="connsiteY2" fmla="*/ 0 h 686646"/>
              <a:gd name="connsiteX3" fmla="*/ 1595587 w 1595588"/>
              <a:gd name="connsiteY3" fmla="*/ 686646 h 686646"/>
              <a:gd name="connsiteX4" fmla="*/ 132547 w 1595588"/>
              <a:gd name="connsiteY4" fmla="*/ 686646 h 686646"/>
              <a:gd name="connsiteX5" fmla="*/ 654094 w 1595588"/>
              <a:gd name="connsiteY5" fmla="*/ 474133 h 686646"/>
              <a:gd name="connsiteX0" fmla="*/ 593391 w 1534885"/>
              <a:gd name="connsiteY0" fmla="*/ 474133 h 686646"/>
              <a:gd name="connsiteX1" fmla="*/ 1081070 w 1534885"/>
              <a:gd name="connsiteY1" fmla="*/ 501226 h 686646"/>
              <a:gd name="connsiteX2" fmla="*/ 1534885 w 1534885"/>
              <a:gd name="connsiteY2" fmla="*/ 0 h 686646"/>
              <a:gd name="connsiteX3" fmla="*/ 1534884 w 1534885"/>
              <a:gd name="connsiteY3" fmla="*/ 686646 h 686646"/>
              <a:gd name="connsiteX4" fmla="*/ 71844 w 1534885"/>
              <a:gd name="connsiteY4" fmla="*/ 686646 h 686646"/>
              <a:gd name="connsiteX5" fmla="*/ 593391 w 1534885"/>
              <a:gd name="connsiteY5" fmla="*/ 474133 h 686646"/>
              <a:gd name="connsiteX0" fmla="*/ 581346 w 1522840"/>
              <a:gd name="connsiteY0" fmla="*/ 474133 h 686646"/>
              <a:gd name="connsiteX1" fmla="*/ 1245131 w 1522840"/>
              <a:gd name="connsiteY1" fmla="*/ 596053 h 686646"/>
              <a:gd name="connsiteX2" fmla="*/ 1522840 w 1522840"/>
              <a:gd name="connsiteY2" fmla="*/ 0 h 686646"/>
              <a:gd name="connsiteX3" fmla="*/ 1522839 w 1522840"/>
              <a:gd name="connsiteY3" fmla="*/ 686646 h 686646"/>
              <a:gd name="connsiteX4" fmla="*/ 59799 w 1522840"/>
              <a:gd name="connsiteY4" fmla="*/ 686646 h 686646"/>
              <a:gd name="connsiteX5" fmla="*/ 581346 w 1522840"/>
              <a:gd name="connsiteY5" fmla="*/ 474133 h 686646"/>
              <a:gd name="connsiteX0" fmla="*/ 579186 w 1520680"/>
              <a:gd name="connsiteY0" fmla="*/ 474133 h 686646"/>
              <a:gd name="connsiteX1" fmla="*/ 1060091 w 1520680"/>
              <a:gd name="connsiteY1" fmla="*/ 501226 h 686646"/>
              <a:gd name="connsiteX2" fmla="*/ 1520680 w 1520680"/>
              <a:gd name="connsiteY2" fmla="*/ 0 h 686646"/>
              <a:gd name="connsiteX3" fmla="*/ 1520679 w 1520680"/>
              <a:gd name="connsiteY3" fmla="*/ 686646 h 686646"/>
              <a:gd name="connsiteX4" fmla="*/ 57639 w 1520680"/>
              <a:gd name="connsiteY4" fmla="*/ 686646 h 686646"/>
              <a:gd name="connsiteX5" fmla="*/ 579186 w 1520680"/>
              <a:gd name="connsiteY5" fmla="*/ 474133 h 686646"/>
              <a:gd name="connsiteX0" fmla="*/ 579186 w 1520680"/>
              <a:gd name="connsiteY0" fmla="*/ 474133 h 686646"/>
              <a:gd name="connsiteX1" fmla="*/ 1060091 w 1520680"/>
              <a:gd name="connsiteY1" fmla="*/ 501226 h 686646"/>
              <a:gd name="connsiteX2" fmla="*/ 1520680 w 1520680"/>
              <a:gd name="connsiteY2" fmla="*/ 0 h 686646"/>
              <a:gd name="connsiteX3" fmla="*/ 1520679 w 1520680"/>
              <a:gd name="connsiteY3" fmla="*/ 686646 h 686646"/>
              <a:gd name="connsiteX4" fmla="*/ 57639 w 1520680"/>
              <a:gd name="connsiteY4" fmla="*/ 686646 h 686646"/>
              <a:gd name="connsiteX5" fmla="*/ 579186 w 1520680"/>
              <a:gd name="connsiteY5" fmla="*/ 474133 h 686646"/>
              <a:gd name="connsiteX0" fmla="*/ 608364 w 1549858"/>
              <a:gd name="connsiteY0" fmla="*/ 474133 h 686646"/>
              <a:gd name="connsiteX1" fmla="*/ 1089269 w 1549858"/>
              <a:gd name="connsiteY1" fmla="*/ 501226 h 686646"/>
              <a:gd name="connsiteX2" fmla="*/ 1549858 w 1549858"/>
              <a:gd name="connsiteY2" fmla="*/ 0 h 686646"/>
              <a:gd name="connsiteX3" fmla="*/ 1549857 w 1549858"/>
              <a:gd name="connsiteY3" fmla="*/ 686646 h 686646"/>
              <a:gd name="connsiteX4" fmla="*/ 86817 w 1549858"/>
              <a:gd name="connsiteY4" fmla="*/ 686646 h 686646"/>
              <a:gd name="connsiteX5" fmla="*/ 608364 w 1549858"/>
              <a:gd name="connsiteY5" fmla="*/ 474133 h 686646"/>
              <a:gd name="connsiteX0" fmla="*/ 419654 w 1604988"/>
              <a:gd name="connsiteY0" fmla="*/ 460587 h 686646"/>
              <a:gd name="connsiteX1" fmla="*/ 1144399 w 1604988"/>
              <a:gd name="connsiteY1" fmla="*/ 501226 h 686646"/>
              <a:gd name="connsiteX2" fmla="*/ 1604988 w 1604988"/>
              <a:gd name="connsiteY2" fmla="*/ 0 h 686646"/>
              <a:gd name="connsiteX3" fmla="*/ 1604987 w 1604988"/>
              <a:gd name="connsiteY3" fmla="*/ 686646 h 686646"/>
              <a:gd name="connsiteX4" fmla="*/ 141947 w 1604988"/>
              <a:gd name="connsiteY4" fmla="*/ 686646 h 686646"/>
              <a:gd name="connsiteX5" fmla="*/ 419654 w 1604988"/>
              <a:gd name="connsiteY5" fmla="*/ 460587 h 686646"/>
              <a:gd name="connsiteX0" fmla="*/ 387742 w 1573076"/>
              <a:gd name="connsiteY0" fmla="*/ 460587 h 686646"/>
              <a:gd name="connsiteX1" fmla="*/ 1112487 w 1573076"/>
              <a:gd name="connsiteY1" fmla="*/ 501226 h 686646"/>
              <a:gd name="connsiteX2" fmla="*/ 1573076 w 1573076"/>
              <a:gd name="connsiteY2" fmla="*/ 0 h 686646"/>
              <a:gd name="connsiteX3" fmla="*/ 1573075 w 1573076"/>
              <a:gd name="connsiteY3" fmla="*/ 686646 h 686646"/>
              <a:gd name="connsiteX4" fmla="*/ 110035 w 1573076"/>
              <a:gd name="connsiteY4" fmla="*/ 686646 h 686646"/>
              <a:gd name="connsiteX5" fmla="*/ 387742 w 1573076"/>
              <a:gd name="connsiteY5" fmla="*/ 460587 h 686646"/>
              <a:gd name="connsiteX0" fmla="*/ 356289 w 1541623"/>
              <a:gd name="connsiteY0" fmla="*/ 460587 h 686646"/>
              <a:gd name="connsiteX1" fmla="*/ 871061 w 1541623"/>
              <a:gd name="connsiteY1" fmla="*/ 582506 h 686646"/>
              <a:gd name="connsiteX2" fmla="*/ 1541623 w 1541623"/>
              <a:gd name="connsiteY2" fmla="*/ 0 h 686646"/>
              <a:gd name="connsiteX3" fmla="*/ 1541622 w 1541623"/>
              <a:gd name="connsiteY3" fmla="*/ 686646 h 686646"/>
              <a:gd name="connsiteX4" fmla="*/ 78582 w 1541623"/>
              <a:gd name="connsiteY4" fmla="*/ 686646 h 686646"/>
              <a:gd name="connsiteX5" fmla="*/ 356289 w 1541623"/>
              <a:gd name="connsiteY5" fmla="*/ 460587 h 686646"/>
              <a:gd name="connsiteX0" fmla="*/ 356289 w 1541623"/>
              <a:gd name="connsiteY0" fmla="*/ 460587 h 686646"/>
              <a:gd name="connsiteX1" fmla="*/ 871061 w 1541623"/>
              <a:gd name="connsiteY1" fmla="*/ 582506 h 686646"/>
              <a:gd name="connsiteX2" fmla="*/ 1541623 w 1541623"/>
              <a:gd name="connsiteY2" fmla="*/ 0 h 686646"/>
              <a:gd name="connsiteX3" fmla="*/ 1541622 w 1541623"/>
              <a:gd name="connsiteY3" fmla="*/ 686646 h 686646"/>
              <a:gd name="connsiteX4" fmla="*/ 78582 w 1541623"/>
              <a:gd name="connsiteY4" fmla="*/ 686646 h 686646"/>
              <a:gd name="connsiteX5" fmla="*/ 356289 w 1541623"/>
              <a:gd name="connsiteY5" fmla="*/ 460587 h 686646"/>
              <a:gd name="connsiteX0" fmla="*/ 356289 w 1541623"/>
              <a:gd name="connsiteY0" fmla="*/ 460587 h 708969"/>
              <a:gd name="connsiteX1" fmla="*/ 871061 w 1541623"/>
              <a:gd name="connsiteY1" fmla="*/ 582506 h 708969"/>
              <a:gd name="connsiteX2" fmla="*/ 1541623 w 1541623"/>
              <a:gd name="connsiteY2" fmla="*/ 0 h 708969"/>
              <a:gd name="connsiteX3" fmla="*/ 1541622 w 1541623"/>
              <a:gd name="connsiteY3" fmla="*/ 686646 h 708969"/>
              <a:gd name="connsiteX4" fmla="*/ 78582 w 1541623"/>
              <a:gd name="connsiteY4" fmla="*/ 686646 h 708969"/>
              <a:gd name="connsiteX5" fmla="*/ 356289 w 1541623"/>
              <a:gd name="connsiteY5" fmla="*/ 460587 h 708969"/>
              <a:gd name="connsiteX0" fmla="*/ 357120 w 1542454"/>
              <a:gd name="connsiteY0" fmla="*/ 460587 h 686646"/>
              <a:gd name="connsiteX1" fmla="*/ 912532 w 1542454"/>
              <a:gd name="connsiteY1" fmla="*/ 447040 h 686646"/>
              <a:gd name="connsiteX2" fmla="*/ 1542454 w 1542454"/>
              <a:gd name="connsiteY2" fmla="*/ 0 h 686646"/>
              <a:gd name="connsiteX3" fmla="*/ 1542453 w 1542454"/>
              <a:gd name="connsiteY3" fmla="*/ 686646 h 686646"/>
              <a:gd name="connsiteX4" fmla="*/ 79413 w 1542454"/>
              <a:gd name="connsiteY4" fmla="*/ 686646 h 686646"/>
              <a:gd name="connsiteX5" fmla="*/ 357120 w 1542454"/>
              <a:gd name="connsiteY5" fmla="*/ 460587 h 686646"/>
              <a:gd name="connsiteX0" fmla="*/ 357120 w 1542454"/>
              <a:gd name="connsiteY0" fmla="*/ 460587 h 686646"/>
              <a:gd name="connsiteX1" fmla="*/ 912532 w 1542454"/>
              <a:gd name="connsiteY1" fmla="*/ 447040 h 686646"/>
              <a:gd name="connsiteX2" fmla="*/ 1542454 w 1542454"/>
              <a:gd name="connsiteY2" fmla="*/ 0 h 686646"/>
              <a:gd name="connsiteX3" fmla="*/ 1542453 w 1542454"/>
              <a:gd name="connsiteY3" fmla="*/ 686646 h 686646"/>
              <a:gd name="connsiteX4" fmla="*/ 79413 w 1542454"/>
              <a:gd name="connsiteY4" fmla="*/ 686646 h 686646"/>
              <a:gd name="connsiteX5" fmla="*/ 357120 w 1542454"/>
              <a:gd name="connsiteY5" fmla="*/ 460587 h 686646"/>
              <a:gd name="connsiteX0" fmla="*/ 278549 w 1463883"/>
              <a:gd name="connsiteY0" fmla="*/ 460587 h 686646"/>
              <a:gd name="connsiteX1" fmla="*/ 833961 w 1463883"/>
              <a:gd name="connsiteY1" fmla="*/ 447040 h 686646"/>
              <a:gd name="connsiteX2" fmla="*/ 1463883 w 1463883"/>
              <a:gd name="connsiteY2" fmla="*/ 0 h 686646"/>
              <a:gd name="connsiteX3" fmla="*/ 1463882 w 1463883"/>
              <a:gd name="connsiteY3" fmla="*/ 686646 h 686646"/>
              <a:gd name="connsiteX4" fmla="*/ 842 w 1463883"/>
              <a:gd name="connsiteY4" fmla="*/ 686646 h 686646"/>
              <a:gd name="connsiteX5" fmla="*/ 278549 w 1463883"/>
              <a:gd name="connsiteY5" fmla="*/ 460587 h 686646"/>
              <a:gd name="connsiteX0" fmla="*/ 278814 w 1464148"/>
              <a:gd name="connsiteY0" fmla="*/ 460587 h 686646"/>
              <a:gd name="connsiteX1" fmla="*/ 834226 w 1464148"/>
              <a:gd name="connsiteY1" fmla="*/ 447040 h 686646"/>
              <a:gd name="connsiteX2" fmla="*/ 1464148 w 1464148"/>
              <a:gd name="connsiteY2" fmla="*/ 0 h 686646"/>
              <a:gd name="connsiteX3" fmla="*/ 1464147 w 1464148"/>
              <a:gd name="connsiteY3" fmla="*/ 686646 h 686646"/>
              <a:gd name="connsiteX4" fmla="*/ 1107 w 1464148"/>
              <a:gd name="connsiteY4" fmla="*/ 686646 h 686646"/>
              <a:gd name="connsiteX5" fmla="*/ 278814 w 1464148"/>
              <a:gd name="connsiteY5" fmla="*/ 460587 h 68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4148" h="686646">
                <a:moveTo>
                  <a:pt x="278814" y="460587"/>
                </a:moveTo>
                <a:cubicBezTo>
                  <a:pt x="458307" y="495159"/>
                  <a:pt x="583612" y="796996"/>
                  <a:pt x="834226" y="447040"/>
                </a:cubicBezTo>
                <a:cubicBezTo>
                  <a:pt x="1084840" y="97084"/>
                  <a:pt x="1199987" y="18063"/>
                  <a:pt x="1464148" y="0"/>
                </a:cubicBezTo>
                <a:cubicBezTo>
                  <a:pt x="1464148" y="228882"/>
                  <a:pt x="1464147" y="457764"/>
                  <a:pt x="1464147" y="686646"/>
                </a:cubicBezTo>
                <a:lnTo>
                  <a:pt x="1107" y="686646"/>
                </a:lnTo>
                <a:cubicBezTo>
                  <a:pt x="-12439" y="516889"/>
                  <a:pt x="99321" y="426015"/>
                  <a:pt x="278814" y="460587"/>
                </a:cubicBezTo>
                <a:close/>
              </a:path>
            </a:pathLst>
          </a:custGeom>
          <a:gradFill>
            <a:gsLst>
              <a:gs pos="0">
                <a:srgbClr val="F7941D"/>
              </a:gs>
              <a:gs pos="100000">
                <a:srgbClr val="F2494D"/>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9" name="Slide Number Placeholder 8"/>
          <p:cNvSpPr>
            <a:spLocks noGrp="1"/>
          </p:cNvSpPr>
          <p:nvPr>
            <p:ph type="sldNum" sz="quarter" idx="12"/>
          </p:nvPr>
        </p:nvSpPr>
        <p:spPr>
          <a:xfrm>
            <a:off x="11720965" y="6492875"/>
            <a:ext cx="471035" cy="365125"/>
          </a:xfrm>
          <a:prstGeom prst="rect">
            <a:avLst/>
          </a:prstGeom>
        </p:spPr>
        <p:txBody>
          <a:bodyPr/>
          <a:lstStyle>
            <a:lvl1pPr algn="ctr">
              <a:defRPr sz="1333" b="0">
                <a:solidFill>
                  <a:schemeClr val="bg1"/>
                </a:solidFill>
              </a:defRPr>
            </a:lvl1pPr>
          </a:lstStyle>
          <a:p>
            <a:fld id="{2FF7D0EC-F46E-48DE-9236-6C99BF310D9F}" type="slidenum">
              <a:rPr lang="en-IN" smtClean="0"/>
              <a:pPr/>
              <a:t>‹#›</a:t>
            </a:fld>
            <a:endParaRPr lang="en-IN" dirty="0"/>
          </a:p>
        </p:txBody>
      </p:sp>
      <p:sp>
        <p:nvSpPr>
          <p:cNvPr id="7" name="Title 1"/>
          <p:cNvSpPr>
            <a:spLocks noGrp="1"/>
          </p:cNvSpPr>
          <p:nvPr>
            <p:ph type="title" hasCustomPrompt="1"/>
          </p:nvPr>
        </p:nvSpPr>
        <p:spPr>
          <a:xfrm>
            <a:off x="287360" y="133928"/>
            <a:ext cx="11521280" cy="615553"/>
          </a:xfrm>
          <a:prstGeom prst="rect">
            <a:avLst/>
          </a:prstGeom>
        </p:spPr>
        <p:txBody>
          <a:bodyPr anchor="ctr"/>
          <a:lstStyle>
            <a:lvl1pPr>
              <a:defRPr sz="2667" baseline="0">
                <a:solidFill>
                  <a:schemeClr val="tx1"/>
                </a:solidFill>
              </a:defRPr>
            </a:lvl1pPr>
          </a:lstStyle>
          <a:p>
            <a:r>
              <a:rPr lang="en-US" b="1" dirty="0">
                <a:solidFill>
                  <a:schemeClr val="tx1"/>
                </a:solidFill>
              </a:rPr>
              <a:t>Title goes here</a:t>
            </a:r>
            <a:endParaRPr lang="en-IN" b="1" dirty="0">
              <a:solidFill>
                <a:schemeClr val="tx1"/>
              </a:solidFill>
            </a:endParaRPr>
          </a:p>
        </p:txBody>
      </p:sp>
      <p:pic>
        <p:nvPicPr>
          <p:cNvPr id="6" name="Picture 5"/>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11704320" y="243840"/>
            <a:ext cx="365760" cy="365760"/>
          </a:xfrm>
          <a:prstGeom prst="rect">
            <a:avLst/>
          </a:prstGeom>
          <a:ln w="38100">
            <a:noFill/>
          </a:ln>
        </p:spPr>
      </p:pic>
      <p:sp>
        <p:nvSpPr>
          <p:cNvPr id="13" name="TextBox 12"/>
          <p:cNvSpPr txBox="1"/>
          <p:nvPr/>
        </p:nvSpPr>
        <p:spPr>
          <a:xfrm>
            <a:off x="246721" y="6461761"/>
            <a:ext cx="1298561" cy="276999"/>
          </a:xfrm>
          <a:prstGeom prst="rect">
            <a:avLst/>
          </a:prstGeom>
          <a:noFill/>
        </p:spPr>
        <p:txBody>
          <a:bodyPr wrap="none" rtlCol="0">
            <a:spAutoFit/>
          </a:bodyPr>
          <a:lstStyle/>
          <a:p>
            <a:r>
              <a:rPr lang="en-US" sz="1200" dirty="0">
                <a:solidFill>
                  <a:schemeClr val="tx1">
                    <a:lumMod val="65000"/>
                    <a:lumOff val="35000"/>
                  </a:schemeClr>
                </a:solidFill>
              </a:rPr>
              <a:t>www.saksoft.com</a:t>
            </a:r>
          </a:p>
        </p:txBody>
      </p:sp>
      <p:cxnSp>
        <p:nvCxnSpPr>
          <p:cNvPr id="18" name="Straight Connector 17"/>
          <p:cNvCxnSpPr/>
          <p:nvPr/>
        </p:nvCxnSpPr>
        <p:spPr>
          <a:xfrm>
            <a:off x="243840" y="257391"/>
            <a:ext cx="0" cy="365760"/>
          </a:xfrm>
          <a:prstGeom prst="line">
            <a:avLst/>
          </a:prstGeom>
          <a:ln w="28575">
            <a:solidFill>
              <a:srgbClr val="FF9933"/>
            </a:solidFill>
            <a:headEnd type="oval" w="med" len="med"/>
            <a:tailEnd type="oval" w="med" len="med"/>
          </a:ln>
        </p:spPr>
        <p:style>
          <a:lnRef idx="1">
            <a:schemeClr val="accent2"/>
          </a:lnRef>
          <a:fillRef idx="0">
            <a:schemeClr val="accent2"/>
          </a:fillRef>
          <a:effectRef idx="0">
            <a:schemeClr val="accent2"/>
          </a:effectRef>
          <a:fontRef idx="minor">
            <a:schemeClr val="tx1"/>
          </a:fontRef>
        </p:style>
      </p:cxnSp>
      <p:sp>
        <p:nvSpPr>
          <p:cNvPr id="21" name="Oval 20"/>
          <p:cNvSpPr/>
          <p:nvPr/>
        </p:nvSpPr>
        <p:spPr>
          <a:xfrm>
            <a:off x="243840" y="6588405"/>
            <a:ext cx="87032" cy="870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400" dirty="0"/>
          </a:p>
        </p:txBody>
      </p:sp>
    </p:spTree>
    <p:extLst>
      <p:ext uri="{BB962C8B-B14F-4D97-AF65-F5344CB8AC3E}">
        <p14:creationId xmlns:p14="http://schemas.microsoft.com/office/powerpoint/2010/main" val="94309605"/>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61D6D5-D0A3-CE0D-95C0-E3051A170A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0E682F6-E08C-F8F5-9951-DDE9397CF1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78D85F-E6F9-EE81-0188-596633271B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D67B0D-84ED-4595-8F8B-43BF477860EB}" type="datetimeFigureOut">
              <a:rPr lang="en-IN" smtClean="0"/>
              <a:t>07-04-2026</a:t>
            </a:fld>
            <a:endParaRPr lang="en-IN"/>
          </a:p>
        </p:txBody>
      </p:sp>
      <p:sp>
        <p:nvSpPr>
          <p:cNvPr id="5" name="Footer Placeholder 4">
            <a:extLst>
              <a:ext uri="{FF2B5EF4-FFF2-40B4-BE49-F238E27FC236}">
                <a16:creationId xmlns:a16="http://schemas.microsoft.com/office/drawing/2014/main" id="{D8B0F08E-D22E-5265-D89E-C0F890B312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721486E-DAAB-3A2B-EBBB-DF7C5912DB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62BC41-9FA9-4CB6-86E5-EF0867C7A1F3}" type="slidenum">
              <a:rPr lang="en-IN" smtClean="0"/>
              <a:t>‹#›</a:t>
            </a:fld>
            <a:endParaRPr lang="en-IN"/>
          </a:p>
        </p:txBody>
      </p:sp>
    </p:spTree>
    <p:extLst>
      <p:ext uri="{BB962C8B-B14F-4D97-AF65-F5344CB8AC3E}">
        <p14:creationId xmlns:p14="http://schemas.microsoft.com/office/powerpoint/2010/main" val="3550878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50664" y="2943227"/>
            <a:ext cx="5546936" cy="1076325"/>
          </a:xfrm>
        </p:spPr>
        <p:txBody>
          <a:bodyPr>
            <a:normAutofit/>
          </a:bodyPr>
          <a:lstStyle/>
          <a:p>
            <a:r>
              <a:rPr lang="en-US" sz="2667" dirty="0">
                <a:solidFill>
                  <a:schemeClr val="tx1"/>
                </a:solidFill>
                <a:effectLst>
                  <a:outerShdw blurRad="38100" dist="38100" dir="2700000" algn="tl">
                    <a:srgbClr val="000000">
                      <a:alpha val="43137"/>
                    </a:srgbClr>
                  </a:outerShdw>
                </a:effectLst>
                <a:latin typeface="+mj-lt"/>
                <a:ea typeface="Calibri"/>
                <a:cs typeface="Calibri"/>
              </a:rPr>
              <a:t>Company PolicyBot</a:t>
            </a:r>
          </a:p>
        </p:txBody>
      </p:sp>
    </p:spTree>
    <p:extLst>
      <p:ext uri="{BB962C8B-B14F-4D97-AF65-F5344CB8AC3E}">
        <p14:creationId xmlns:p14="http://schemas.microsoft.com/office/powerpoint/2010/main" val="3044152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FF7D0EC-F46E-48DE-9236-6C99BF310D9F}" type="slidenum">
              <a:rPr lang="en-IN" smtClean="0"/>
              <a:pPr/>
              <a:t>2</a:t>
            </a:fld>
            <a:endParaRPr lang="en-IN" dirty="0"/>
          </a:p>
        </p:txBody>
      </p:sp>
      <p:sp>
        <p:nvSpPr>
          <p:cNvPr id="4" name="Title 3"/>
          <p:cNvSpPr>
            <a:spLocks noGrp="1"/>
          </p:cNvSpPr>
          <p:nvPr>
            <p:ph type="title"/>
          </p:nvPr>
        </p:nvSpPr>
        <p:spPr>
          <a:xfrm>
            <a:off x="287360" y="133927"/>
            <a:ext cx="11521280" cy="768083"/>
          </a:xfrm>
        </p:spPr>
        <p:txBody>
          <a:bodyPr/>
          <a:lstStyle/>
          <a:p>
            <a:r>
              <a:rPr lang="en-IN" sz="4267" b="1" u="sng" dirty="0">
                <a:latin typeface="Times New Roman" panose="02020603050405020304" pitchFamily="18" charset="0"/>
                <a:cs typeface="Times New Roman" panose="02020603050405020304" pitchFamily="18" charset="0"/>
              </a:rPr>
              <a:t>What is RAG?</a:t>
            </a:r>
            <a:endParaRPr lang="en-IN" sz="4267" u="sng" dirty="0"/>
          </a:p>
        </p:txBody>
      </p:sp>
      <p:sp>
        <p:nvSpPr>
          <p:cNvPr id="7" name="Rectangle 3">
            <a:extLst>
              <a:ext uri="{FF2B5EF4-FFF2-40B4-BE49-F238E27FC236}">
                <a16:creationId xmlns:a16="http://schemas.microsoft.com/office/drawing/2014/main" id="{9E1D26F6-9C10-7CC4-2E08-1B3329580563}"/>
              </a:ext>
            </a:extLst>
          </p:cNvPr>
          <p:cNvSpPr>
            <a:spLocks noChangeArrowheads="1"/>
          </p:cNvSpPr>
          <p:nvPr/>
        </p:nvSpPr>
        <p:spPr bwMode="auto">
          <a:xfrm>
            <a:off x="474134" y="1336122"/>
            <a:ext cx="11021181"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algn="ctr" defTabSz="1219170" eaLnBrk="0" fontAlgn="base" hangingPunct="0">
              <a:spcBef>
                <a:spcPct val="0"/>
              </a:spcBef>
              <a:spcAft>
                <a:spcPct val="0"/>
              </a:spcAft>
            </a:pPr>
            <a:r>
              <a:rPr lang="en-US" altLang="en-US" sz="2400" b="1" dirty="0">
                <a:solidFill>
                  <a:srgbClr val="2C3EC6"/>
                </a:solidFill>
              </a:rPr>
              <a:t>RAG (Retrieval-Augmented Generation) combines search with AI generation.</a:t>
            </a:r>
          </a:p>
          <a:p>
            <a:pPr algn="just" defTabSz="1219170" eaLnBrk="0" fontAlgn="base" hangingPunct="0">
              <a:spcBef>
                <a:spcPct val="0"/>
              </a:spcBef>
              <a:spcAft>
                <a:spcPct val="0"/>
              </a:spcAft>
            </a:pPr>
            <a:r>
              <a:rPr lang="en-US" altLang="en-US" sz="2400" b="1" dirty="0"/>
              <a:t>Problem</a:t>
            </a:r>
            <a:r>
              <a:rPr lang="en-US" altLang="en-US" sz="2400" dirty="0"/>
              <a:t>: LLMs hallucinate — they answer from training data, not your documents.</a:t>
            </a:r>
          </a:p>
          <a:p>
            <a:pPr algn="just" defTabSz="1219170" eaLnBrk="0" fontAlgn="base" hangingPunct="0">
              <a:spcBef>
                <a:spcPct val="0"/>
              </a:spcBef>
              <a:spcAft>
                <a:spcPct val="0"/>
              </a:spcAft>
            </a:pPr>
            <a:r>
              <a:rPr lang="en-US" altLang="en-US" sz="2400" b="1" dirty="0"/>
              <a:t>Solution</a:t>
            </a:r>
            <a:r>
              <a:rPr lang="en-US" altLang="en-US" sz="2400" dirty="0"/>
              <a:t>: RAG retrieves relevant company documents first, then passes them to LLM as context.</a:t>
            </a:r>
          </a:p>
          <a:p>
            <a:pPr algn="just" defTabSz="1219170" eaLnBrk="0" fontAlgn="base" hangingPunct="0">
              <a:spcBef>
                <a:spcPct val="0"/>
              </a:spcBef>
              <a:spcAft>
                <a:spcPct val="0"/>
              </a:spcAft>
            </a:pPr>
            <a:r>
              <a:rPr lang="en-US" altLang="en-US" sz="2400" b="1" dirty="0"/>
              <a:t>Result</a:t>
            </a:r>
            <a:r>
              <a:rPr lang="en-US" altLang="en-US" sz="2400" dirty="0"/>
              <a:t>: Accurate, grounded answers — no hallucination, no outdated info.</a:t>
            </a:r>
          </a:p>
          <a:p>
            <a:pPr algn="just" defTabSz="1219170" eaLnBrk="0" fontAlgn="base" hangingPunct="0">
              <a:spcBef>
                <a:spcPct val="0"/>
              </a:spcBef>
              <a:spcAft>
                <a:spcPct val="0"/>
              </a:spcAft>
            </a:pPr>
            <a:r>
              <a:rPr lang="en-US" altLang="en-US" sz="2400" b="1" dirty="0">
                <a:solidFill>
                  <a:srgbClr val="002060"/>
                </a:solidFill>
              </a:rPr>
              <a:t>RAG Pipeline</a:t>
            </a:r>
            <a:r>
              <a:rPr lang="en-US" altLang="en-US" sz="2400" dirty="0">
                <a:solidFill>
                  <a:srgbClr val="002060"/>
                </a:solidFill>
              </a:rPr>
              <a:t>:</a:t>
            </a:r>
          </a:p>
          <a:p>
            <a:pPr lvl="0" algn="just" eaLnBrk="0" fontAlgn="base" hangingPunct="0">
              <a:spcBef>
                <a:spcPct val="0"/>
              </a:spcBef>
              <a:spcAft>
                <a:spcPct val="0"/>
              </a:spcAft>
            </a:pPr>
            <a:r>
              <a:rPr lang="en-US" sz="2400" dirty="0">
                <a:solidFill>
                  <a:srgbClr val="2C3EC6"/>
                </a:solidFill>
              </a:rPr>
              <a:t>Load docs → Chunk → Embed → Store in Vector DB → Query → Retrieve → LLM → Answer</a:t>
            </a:r>
            <a:endParaRPr lang="en-US" altLang="en-US" sz="2400" dirty="0"/>
          </a:p>
          <a:p>
            <a:pPr algn="just" defTabSz="1219170" eaLnBrk="0" fontAlgn="base" hangingPunct="0">
              <a:spcBef>
                <a:spcPct val="0"/>
              </a:spcBef>
              <a:spcAft>
                <a:spcPct val="0"/>
              </a:spcAft>
            </a:pPr>
            <a:r>
              <a:rPr lang="en-US" altLang="en-US" sz="2400" b="1" dirty="0"/>
              <a:t>Key Benefit</a:t>
            </a:r>
            <a:r>
              <a:rPr lang="en-US" altLang="en-US" sz="2400" dirty="0"/>
              <a:t>: Works on your private company data — no retraining, no fine-tuning needed.</a:t>
            </a:r>
          </a:p>
          <a:p>
            <a:pPr algn="just" defTabSz="1219170" eaLnBrk="0" fontAlgn="base" hangingPunct="0">
              <a:spcBef>
                <a:spcPct val="0"/>
              </a:spcBef>
              <a:spcAft>
                <a:spcPct val="0"/>
              </a:spcAft>
            </a:pPr>
            <a:endParaRPr lang="en-US" altLang="en-US" sz="2400" b="1" dirty="0"/>
          </a:p>
          <a:p>
            <a:pPr algn="just" defTabSz="1219170" eaLnBrk="0" fontAlgn="base" hangingPunct="0">
              <a:spcBef>
                <a:spcPct val="0"/>
              </a:spcBef>
              <a:spcAft>
                <a:spcPct val="0"/>
              </a:spcAft>
            </a:pPr>
            <a:r>
              <a:rPr lang="en-US" altLang="en-US" sz="2400" b="1" dirty="0"/>
              <a:t>Use Case</a:t>
            </a:r>
            <a:r>
              <a:rPr lang="en-US" altLang="en-US" sz="2400" dirty="0"/>
              <a:t>: PolicyBot answers HR policy questions using only Saksoft’s actual documents.</a:t>
            </a:r>
          </a:p>
        </p:txBody>
      </p:sp>
    </p:spTree>
    <p:extLst>
      <p:ext uri="{BB962C8B-B14F-4D97-AF65-F5344CB8AC3E}">
        <p14:creationId xmlns:p14="http://schemas.microsoft.com/office/powerpoint/2010/main" val="512577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835" y="2130577"/>
            <a:ext cx="9956565" cy="615553"/>
          </a:xfrm>
        </p:spPr>
        <p:txBody>
          <a:bodyPr/>
          <a:lstStyle/>
          <a:p>
            <a:r>
              <a:rPr lang="en-IN" b="1" dirty="0">
                <a:solidFill>
                  <a:schemeClr val="tx1"/>
                </a:solidFill>
              </a:rPr>
              <a:t>Thank you</a:t>
            </a:r>
          </a:p>
        </p:txBody>
      </p:sp>
      <p:sp>
        <p:nvSpPr>
          <p:cNvPr id="6" name="Slide Number Placeholder 5"/>
          <p:cNvSpPr>
            <a:spLocks noGrp="1"/>
          </p:cNvSpPr>
          <p:nvPr>
            <p:ph type="sldNum" sz="quarter" idx="4294967295"/>
          </p:nvPr>
        </p:nvSpPr>
        <p:spPr>
          <a:xfrm>
            <a:off x="11485627" y="6327776"/>
            <a:ext cx="783167" cy="365125"/>
          </a:xfrm>
        </p:spPr>
        <p:txBody>
          <a:bodyPr/>
          <a:lstStyle/>
          <a:p>
            <a:fld id="{2FF7D0EC-F46E-48DE-9236-6C99BF310D9F}" type="slidenum">
              <a:rPr lang="en-IN" sz="1333"/>
              <a:pPr/>
              <a:t>3</a:t>
            </a:fld>
            <a:endParaRPr lang="en-IN" sz="1333" dirty="0"/>
          </a:p>
        </p:txBody>
      </p:sp>
    </p:spTree>
    <p:extLst>
      <p:ext uri="{BB962C8B-B14F-4D97-AF65-F5344CB8AC3E}">
        <p14:creationId xmlns:p14="http://schemas.microsoft.com/office/powerpoint/2010/main" val="238046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FF7D0EC-F46E-48DE-9236-6C99BF310D9F}" type="slidenum">
              <a:rPr lang="en-IN" smtClean="0"/>
              <a:pPr/>
              <a:t>2</a:t>
            </a:fld>
            <a:endParaRPr lang="en-IN" dirty="0"/>
          </a:p>
        </p:txBody>
      </p:sp>
      <p:sp>
        <p:nvSpPr>
          <p:cNvPr id="4" name="Title 3"/>
          <p:cNvSpPr>
            <a:spLocks noGrp="1"/>
          </p:cNvSpPr>
          <p:nvPr>
            <p:ph type="title"/>
          </p:nvPr>
        </p:nvSpPr>
        <p:spPr>
          <a:xfrm>
            <a:off x="287360" y="133927"/>
            <a:ext cx="11521280" cy="768083"/>
          </a:xfrm>
        </p:spPr>
        <p:txBody>
          <a:bodyPr/>
          <a:lstStyle/>
          <a:p>
            <a:r>
              <a:rPr lang="en-IN" sz="4267" b="1" u="sng" dirty="0">
                <a:latin typeface="Times New Roman" panose="02020603050405020304" pitchFamily="18" charset="0"/>
                <a:cs typeface="Times New Roman" panose="02020603050405020304" pitchFamily="18" charset="0"/>
              </a:rPr>
              <a:t>System Architecture</a:t>
            </a:r>
            <a:endParaRPr lang="en-IN" sz="4267" u="sng" dirty="0"/>
          </a:p>
        </p:txBody>
      </p:sp>
      <p:sp>
        <p:nvSpPr>
          <p:cNvPr id="7" name="Rectangle 3">
            <a:extLst>
              <a:ext uri="{FF2B5EF4-FFF2-40B4-BE49-F238E27FC236}">
                <a16:creationId xmlns:a16="http://schemas.microsoft.com/office/drawing/2014/main" id="{9E1D26F6-9C10-7CC4-2E08-1B3329580563}"/>
              </a:ext>
            </a:extLst>
          </p:cNvPr>
          <p:cNvSpPr>
            <a:spLocks noChangeArrowheads="1"/>
          </p:cNvSpPr>
          <p:nvPr/>
        </p:nvSpPr>
        <p:spPr bwMode="auto">
          <a:xfrm>
            <a:off x="474134" y="1336122"/>
            <a:ext cx="11021181"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algn="ctr" defTabSz="1219170" eaLnBrk="0" fontAlgn="base" hangingPunct="0">
              <a:spcBef>
                <a:spcPct val="0"/>
              </a:spcBef>
              <a:spcAft>
                <a:spcPct val="0"/>
              </a:spcAft>
            </a:pPr>
            <a:r>
              <a:rPr lang="en-US" altLang="en-US" sz="2400" b="1" dirty="0">
                <a:solidFill>
                  <a:srgbClr val="2C3EC6"/>
                </a:solidFill>
              </a:rPr>
              <a:t>User asks a question via Streamlit chat interface.</a:t>
            </a:r>
          </a:p>
          <a:p>
            <a:pPr algn="just" defTabSz="1219170" eaLnBrk="0" fontAlgn="base" hangingPunct="0">
              <a:spcBef>
                <a:spcPct val="0"/>
              </a:spcBef>
              <a:spcAft>
                <a:spcPct val="0"/>
              </a:spcAft>
            </a:pPr>
            <a:r>
              <a:rPr lang="en-US" altLang="en-US" sz="2400" b="1" dirty="0"/>
              <a:t>Step 1</a:t>
            </a:r>
            <a:r>
              <a:rPr lang="en-US" altLang="en-US" sz="2400" dirty="0"/>
              <a:t>: Question sent to ChromaDB — similarity search retrieves top 8 relevant chunks.</a:t>
            </a:r>
          </a:p>
          <a:p>
            <a:pPr algn="just" defTabSz="1219170" eaLnBrk="0" fontAlgn="base" hangingPunct="0">
              <a:spcBef>
                <a:spcPct val="0"/>
              </a:spcBef>
              <a:spcAft>
                <a:spcPct val="0"/>
              </a:spcAft>
            </a:pPr>
            <a:r>
              <a:rPr lang="en-US" altLang="en-US" sz="2400" b="1" dirty="0"/>
              <a:t>Step 2</a:t>
            </a:r>
            <a:r>
              <a:rPr lang="en-US" altLang="en-US" sz="2400" dirty="0"/>
              <a:t>: Chunks joined as context + prompt sent to Groq LLM API.</a:t>
            </a:r>
          </a:p>
          <a:p>
            <a:pPr algn="just" defTabSz="1219170" eaLnBrk="0" fontAlgn="base" hangingPunct="0">
              <a:spcBef>
                <a:spcPct val="0"/>
              </a:spcBef>
              <a:spcAft>
                <a:spcPct val="0"/>
              </a:spcAft>
            </a:pPr>
            <a:r>
              <a:rPr lang="en-US" altLang="en-US" sz="2400" b="1" dirty="0"/>
              <a:t>Step 3</a:t>
            </a:r>
            <a:r>
              <a:rPr lang="en-US" altLang="en-US" sz="2400" dirty="0"/>
              <a:t>: LLM generates answer strictly from context — no hallucination.</a:t>
            </a:r>
          </a:p>
          <a:p>
            <a:pPr algn="just" defTabSz="1219170" eaLnBrk="0" fontAlgn="base" hangingPunct="0">
              <a:spcBef>
                <a:spcPct val="0"/>
              </a:spcBef>
              <a:spcAft>
                <a:spcPct val="0"/>
              </a:spcAft>
            </a:pPr>
            <a:r>
              <a:rPr lang="en-US" altLang="en-US" sz="2400" b="1" dirty="0">
                <a:solidFill>
                  <a:srgbClr val="002060"/>
                </a:solidFill>
              </a:rPr>
              <a:t>Storage</a:t>
            </a:r>
            <a:r>
              <a:rPr lang="en-US" altLang="en-US" sz="2400" dirty="0">
                <a:solidFill>
                  <a:srgbClr val="002060"/>
                </a:solidFill>
              </a:rPr>
              <a:t>:</a:t>
            </a:r>
          </a:p>
          <a:p>
            <a:pPr lvl="0" algn="just" eaLnBrk="0" fontAlgn="base" hangingPunct="0">
              <a:spcBef>
                <a:spcPct val="0"/>
              </a:spcBef>
              <a:spcAft>
                <a:spcPct val="0"/>
              </a:spcAft>
            </a:pPr>
            <a:r>
              <a:rPr lang="en-US" sz="2400" dirty="0">
                <a:solidFill>
                  <a:srgbClr val="2C3EC6"/>
                </a:solidFill>
              </a:rPr>
              <a:t>chroma_db/ folder persists on disk — embeddings survive restarts, no reprocessing needed.</a:t>
            </a:r>
            <a:endParaRPr lang="en-US" altLang="en-US" sz="2400" dirty="0"/>
          </a:p>
          <a:p>
            <a:pPr algn="just" defTabSz="1219170" eaLnBrk="0" fontAlgn="base" hangingPunct="0">
              <a:spcBef>
                <a:spcPct val="0"/>
              </a:spcBef>
              <a:spcAft>
                <a:spcPct val="0"/>
              </a:spcAft>
            </a:pPr>
            <a:r>
              <a:rPr lang="en-US" altLang="en-US" sz="2400" b="1" dirty="0"/>
              <a:t>Ingest</a:t>
            </a:r>
            <a:r>
              <a:rPr lang="en-US" altLang="en-US" sz="2400" dirty="0"/>
              <a:t>: ingest.py runs once — loads .txt/.pdf/.docx, chunks, embeds, stores in chroma_db/.</a:t>
            </a:r>
          </a:p>
          <a:p>
            <a:pPr algn="just" defTabSz="1219170" eaLnBrk="0" fontAlgn="base" hangingPunct="0">
              <a:spcBef>
                <a:spcPct val="0"/>
              </a:spcBef>
              <a:spcAft>
                <a:spcPct val="0"/>
              </a:spcAft>
            </a:pPr>
            <a:endParaRPr lang="en-US" altLang="en-US" sz="2400" b="1" dirty="0"/>
          </a:p>
          <a:p>
            <a:pPr algn="just" defTabSz="1219170" eaLnBrk="0" fontAlgn="base" hangingPunct="0">
              <a:spcBef>
                <a:spcPct val="0"/>
              </a:spcBef>
              <a:spcAft>
                <a:spcPct val="0"/>
              </a:spcAft>
            </a:pPr>
            <a:r>
              <a:rPr lang="en-US" altLang="en-US" sz="2400" b="1" dirty="0"/>
              <a:t>Chat</a:t>
            </a:r>
            <a:r>
              <a:rPr lang="en-US" altLang="en-US" sz="2400" dirty="0"/>
              <a:t>: app.py runs Streamlit UI — connects to existing DB, model switchable via dropdown.</a:t>
            </a:r>
          </a:p>
        </p:txBody>
      </p:sp>
    </p:spTree>
    <p:extLst>
      <p:ext uri="{BB962C8B-B14F-4D97-AF65-F5344CB8AC3E}">
        <p14:creationId xmlns:p14="http://schemas.microsoft.com/office/powerpoint/2010/main" val="512577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FF7D0EC-F46E-48DE-9236-6C99BF310D9F}" type="slidenum">
              <a:rPr lang="en-IN" smtClean="0"/>
              <a:pPr/>
              <a:t>2</a:t>
            </a:fld>
            <a:endParaRPr lang="en-IN" dirty="0"/>
          </a:p>
        </p:txBody>
      </p:sp>
      <p:sp>
        <p:nvSpPr>
          <p:cNvPr id="4" name="Title 3"/>
          <p:cNvSpPr>
            <a:spLocks noGrp="1"/>
          </p:cNvSpPr>
          <p:nvPr>
            <p:ph type="title"/>
          </p:nvPr>
        </p:nvSpPr>
        <p:spPr>
          <a:xfrm>
            <a:off x="287360" y="133927"/>
            <a:ext cx="11521280" cy="768083"/>
          </a:xfrm>
        </p:spPr>
        <p:txBody>
          <a:bodyPr/>
          <a:lstStyle/>
          <a:p>
            <a:r>
              <a:rPr lang="en-IN" sz="4267" b="1" u="sng" dirty="0">
                <a:latin typeface="Times New Roman" panose="02020603050405020304" pitchFamily="18" charset="0"/>
                <a:cs typeface="Times New Roman" panose="02020603050405020304" pitchFamily="18" charset="0"/>
              </a:rPr>
              <a:t>Tech Stack</a:t>
            </a:r>
            <a:endParaRPr lang="en-IN" sz="4267" u="sng" dirty="0"/>
          </a:p>
        </p:txBody>
      </p:sp>
      <p:sp>
        <p:nvSpPr>
          <p:cNvPr id="7" name="Rectangle 3">
            <a:extLst>
              <a:ext uri="{FF2B5EF4-FFF2-40B4-BE49-F238E27FC236}">
                <a16:creationId xmlns:a16="http://schemas.microsoft.com/office/drawing/2014/main" id="{9E1D26F6-9C10-7CC4-2E08-1B3329580563}"/>
              </a:ext>
            </a:extLst>
          </p:cNvPr>
          <p:cNvSpPr>
            <a:spLocks noChangeArrowheads="1"/>
          </p:cNvSpPr>
          <p:nvPr/>
        </p:nvSpPr>
        <p:spPr bwMode="auto">
          <a:xfrm>
            <a:off x="474134" y="1336122"/>
            <a:ext cx="11021181"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algn="ctr" defTabSz="1219170" eaLnBrk="0" fontAlgn="base" hangingPunct="0">
              <a:spcBef>
                <a:spcPct val="0"/>
              </a:spcBef>
              <a:spcAft>
                <a:spcPct val="0"/>
              </a:spcAft>
            </a:pPr>
            <a:r>
              <a:rPr lang="en-US" altLang="en-US" sz="2400" b="1" dirty="0">
                <a:solidFill>
                  <a:srgbClr val="2C3EC6"/>
                </a:solidFill>
              </a:rPr>
              <a:t>All components are open-source or free-tier — zero infrastructure cost for prototype.</a:t>
            </a:r>
          </a:p>
          <a:p>
            <a:pPr algn="just" defTabSz="1219170" eaLnBrk="0" fontAlgn="base" hangingPunct="0">
              <a:spcBef>
                <a:spcPct val="0"/>
              </a:spcBef>
              <a:spcAft>
                <a:spcPct val="0"/>
              </a:spcAft>
            </a:pPr>
            <a:r>
              <a:rPr lang="en-US" altLang="en-US" sz="2400" b="1" dirty="0"/>
              <a:t>Frontend</a:t>
            </a:r>
            <a:r>
              <a:rPr lang="en-US" altLang="en-US" sz="2400" dirty="0"/>
              <a:t>: Streamlit — chat UI with file upload (+), model dropdown, conversation history.</a:t>
            </a:r>
          </a:p>
          <a:p>
            <a:pPr algn="just" defTabSz="1219170" eaLnBrk="0" fontAlgn="base" hangingPunct="0">
              <a:spcBef>
                <a:spcPct val="0"/>
              </a:spcBef>
              <a:spcAft>
                <a:spcPct val="0"/>
              </a:spcAft>
            </a:pPr>
            <a:r>
              <a:rPr lang="en-US" altLang="en-US" sz="2400" b="1" dirty="0"/>
              <a:t>Vector DB</a:t>
            </a:r>
            <a:r>
              <a:rPr lang="en-US" altLang="en-US" sz="2400" dirty="0"/>
              <a:t>: ChromaDB (persistent, local) — stores embeddings using ONNX-based model (no API).</a:t>
            </a:r>
          </a:p>
          <a:p>
            <a:pPr algn="just" defTabSz="1219170" eaLnBrk="0" fontAlgn="base" hangingPunct="0">
              <a:spcBef>
                <a:spcPct val="0"/>
              </a:spcBef>
              <a:spcAft>
                <a:spcPct val="0"/>
              </a:spcAft>
            </a:pPr>
            <a:r>
              <a:rPr lang="en-US" altLang="en-US" sz="2400" b="1" dirty="0"/>
              <a:t>LLM</a:t>
            </a:r>
            <a:r>
              <a:rPr lang="en-US" altLang="en-US" sz="2400" dirty="0"/>
              <a:t>: Groq API (free tier) — llama-3.1-8b-instant, llama-3.3-70b, gemma2-9b-it.</a:t>
            </a:r>
          </a:p>
          <a:p>
            <a:pPr algn="just" defTabSz="1219170" eaLnBrk="0" fontAlgn="base" hangingPunct="0">
              <a:spcBef>
                <a:spcPct val="0"/>
              </a:spcBef>
              <a:spcAft>
                <a:spcPct val="0"/>
              </a:spcAft>
            </a:pPr>
            <a:r>
              <a:rPr lang="en-US" altLang="en-US" sz="2400" b="1" dirty="0">
                <a:solidFill>
                  <a:srgbClr val="002060"/>
                </a:solidFill>
              </a:rPr>
              <a:t>Document Loaders</a:t>
            </a:r>
            <a:r>
              <a:rPr lang="en-US" altLang="en-US" sz="2400" dirty="0">
                <a:solidFill>
                  <a:srgbClr val="002060"/>
                </a:solidFill>
              </a:rPr>
              <a:t>:</a:t>
            </a:r>
          </a:p>
          <a:p>
            <a:pPr lvl="0" algn="just" eaLnBrk="0" fontAlgn="base" hangingPunct="0">
              <a:spcBef>
                <a:spcPct val="0"/>
              </a:spcBef>
              <a:spcAft>
                <a:spcPct val="0"/>
              </a:spcAft>
            </a:pPr>
            <a:r>
              <a:rPr lang="en-US" sz="2400" dirty="0">
                <a:solidFill>
                  <a:srgbClr val="2C3EC6"/>
                </a:solidFill>
              </a:rPr>
              <a:t>pypdf (PDF), python-docx (Word), plain open() (txt) — no LangChain wrappers.</a:t>
            </a:r>
            <a:endParaRPr lang="en-US" altLang="en-US" sz="2400" dirty="0"/>
          </a:p>
          <a:p>
            <a:pPr algn="just" defTabSz="1219170" eaLnBrk="0" fontAlgn="base" hangingPunct="0">
              <a:spcBef>
                <a:spcPct val="0"/>
              </a:spcBef>
              <a:spcAft>
                <a:spcPct val="0"/>
              </a:spcAft>
            </a:pPr>
            <a:r>
              <a:rPr lang="en-US" altLang="en-US" sz="2400" b="1" dirty="0"/>
              <a:t>Environment</a:t>
            </a:r>
            <a:r>
              <a:rPr lang="en-US" altLang="en-US" sz="2400" dirty="0"/>
              <a:t>: Python 3.13, virtual environment, .env for secrets, python-dotenv for key management.</a:t>
            </a:r>
          </a:p>
          <a:p>
            <a:pPr algn="just" defTabSz="1219170" eaLnBrk="0" fontAlgn="base" hangingPunct="0">
              <a:spcBef>
                <a:spcPct val="0"/>
              </a:spcBef>
              <a:spcAft>
                <a:spcPct val="0"/>
              </a:spcAft>
            </a:pPr>
            <a:endParaRPr lang="en-US" altLang="en-US" sz="2400" b="1" dirty="0"/>
          </a:p>
          <a:p>
            <a:pPr algn="just" defTabSz="1219170" eaLnBrk="0" fontAlgn="base" hangingPunct="0">
              <a:spcBef>
                <a:spcPct val="0"/>
              </a:spcBef>
              <a:spcAft>
                <a:spcPct val="0"/>
              </a:spcAft>
            </a:pPr>
            <a:r>
              <a:rPr lang="en-US" altLang="en-US" sz="2400" b="1" dirty="0"/>
              <a:t>Why this stack</a:t>
            </a:r>
            <a:r>
              <a:rPr lang="en-US" altLang="en-US" sz="2400" dirty="0"/>
              <a:t>: Crash-safe — no LangChain wrappers, direct library calls to avoid Windows DLL conflicts.</a:t>
            </a:r>
          </a:p>
        </p:txBody>
      </p:sp>
    </p:spTree>
    <p:extLst>
      <p:ext uri="{BB962C8B-B14F-4D97-AF65-F5344CB8AC3E}">
        <p14:creationId xmlns:p14="http://schemas.microsoft.com/office/powerpoint/2010/main" val="512577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FF7D0EC-F46E-48DE-9236-6C99BF310D9F}" type="slidenum">
              <a:rPr lang="en-IN" smtClean="0"/>
              <a:pPr/>
              <a:t>2</a:t>
            </a:fld>
            <a:endParaRPr lang="en-IN" dirty="0"/>
          </a:p>
        </p:txBody>
      </p:sp>
      <p:sp>
        <p:nvSpPr>
          <p:cNvPr id="4" name="Title 3"/>
          <p:cNvSpPr>
            <a:spLocks noGrp="1"/>
          </p:cNvSpPr>
          <p:nvPr>
            <p:ph type="title"/>
          </p:nvPr>
        </p:nvSpPr>
        <p:spPr>
          <a:xfrm>
            <a:off x="287360" y="133927"/>
            <a:ext cx="11521280" cy="768083"/>
          </a:xfrm>
        </p:spPr>
        <p:txBody>
          <a:bodyPr/>
          <a:lstStyle/>
          <a:p>
            <a:r>
              <a:rPr lang="en-IN" sz="4267" b="1" u="sng" dirty="0">
                <a:latin typeface="Times New Roman" panose="02020603050405020304" pitchFamily="18" charset="0"/>
                <a:cs typeface="Times New Roman" panose="02020603050405020304" pitchFamily="18" charset="0"/>
              </a:rPr>
              <a:t>Key Features</a:t>
            </a:r>
            <a:endParaRPr lang="en-IN" sz="4267" u="sng" dirty="0"/>
          </a:p>
        </p:txBody>
      </p:sp>
      <p:sp>
        <p:nvSpPr>
          <p:cNvPr id="7" name="Rectangle 3">
            <a:extLst>
              <a:ext uri="{FF2B5EF4-FFF2-40B4-BE49-F238E27FC236}">
                <a16:creationId xmlns:a16="http://schemas.microsoft.com/office/drawing/2014/main" id="{9E1D26F6-9C10-7CC4-2E08-1B3329580563}"/>
              </a:ext>
            </a:extLst>
          </p:cNvPr>
          <p:cNvSpPr>
            <a:spLocks noChangeArrowheads="1"/>
          </p:cNvSpPr>
          <p:nvPr/>
        </p:nvSpPr>
        <p:spPr bwMode="auto">
          <a:xfrm>
            <a:off x="474134" y="1336122"/>
            <a:ext cx="11021181"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algn="ctr" defTabSz="1219170" eaLnBrk="0" fontAlgn="base" hangingPunct="0">
              <a:spcBef>
                <a:spcPct val="0"/>
              </a:spcBef>
              <a:spcAft>
                <a:spcPct val="0"/>
              </a:spcAft>
            </a:pPr>
            <a:r>
              <a:rPr lang="en-US" altLang="en-US" sz="2400" b="1" dirty="0">
                <a:solidFill>
                  <a:srgbClr val="2C3EC6"/>
                </a:solidFill>
              </a:rPr>
              <a:t>PolicyBot is production-ready for internal HR use at Saksoft.</a:t>
            </a:r>
          </a:p>
          <a:p>
            <a:pPr algn="just" defTabSz="1219170" eaLnBrk="0" fontAlgn="base" hangingPunct="0">
              <a:spcBef>
                <a:spcPct val="0"/>
              </a:spcBef>
              <a:spcAft>
                <a:spcPct val="0"/>
              </a:spcAft>
            </a:pPr>
            <a:r>
              <a:rPr lang="en-US" altLang="en-US" sz="2400" b="1" dirty="0"/>
              <a:t>Multi-format upload</a:t>
            </a:r>
            <a:r>
              <a:rPr lang="en-US" altLang="en-US" sz="2400" dirty="0"/>
              <a:t>: Supports .txt, .pdf, .docx — upload directly via + icon in chat, no code needed.</a:t>
            </a:r>
          </a:p>
          <a:p>
            <a:pPr algn="just" defTabSz="1219170" eaLnBrk="0" fontAlgn="base" hangingPunct="0">
              <a:spcBef>
                <a:spcPct val="0"/>
              </a:spcBef>
              <a:spcAft>
                <a:spcPct val="0"/>
              </a:spcAft>
            </a:pPr>
            <a:r>
              <a:rPr lang="en-US" altLang="en-US" sz="2400" b="1" dirty="0"/>
              <a:t>Live indexing</a:t>
            </a:r>
            <a:r>
              <a:rPr lang="en-US" altLang="en-US" sz="2400" dirty="0"/>
              <a:t>: Uploaded doc is chunked, embedded, and queryable immediately — no restart required.</a:t>
            </a:r>
          </a:p>
          <a:p>
            <a:pPr algn="just" defTabSz="1219170" eaLnBrk="0" fontAlgn="base" hangingPunct="0">
              <a:spcBef>
                <a:spcPct val="0"/>
              </a:spcBef>
              <a:spcAft>
                <a:spcPct val="0"/>
              </a:spcAft>
            </a:pPr>
            <a:r>
              <a:rPr lang="en-US" altLang="en-US" sz="2400" b="1" dirty="0"/>
              <a:t>Hallucination-safe</a:t>
            </a:r>
            <a:r>
              <a:rPr lang="en-US" altLang="en-US" sz="2400" dirty="0"/>
              <a:t>: Bot answers strictly from uploaded docs — says "I don't have that info" if not found.</a:t>
            </a:r>
          </a:p>
          <a:p>
            <a:pPr algn="just" defTabSz="1219170" eaLnBrk="0" fontAlgn="base" hangingPunct="0">
              <a:spcBef>
                <a:spcPct val="0"/>
              </a:spcBef>
              <a:spcAft>
                <a:spcPct val="0"/>
              </a:spcAft>
            </a:pPr>
            <a:r>
              <a:rPr lang="en-US" altLang="en-US" sz="2400" b="1" dirty="0">
                <a:solidFill>
                  <a:srgbClr val="002060"/>
                </a:solidFill>
              </a:rPr>
              <a:t>Model switcher</a:t>
            </a:r>
            <a:r>
              <a:rPr lang="en-US" altLang="en-US" sz="2400" dirty="0">
                <a:solidFill>
                  <a:srgbClr val="002060"/>
                </a:solidFill>
              </a:rPr>
              <a:t>:</a:t>
            </a:r>
          </a:p>
          <a:p>
            <a:pPr lvl="0" algn="just" eaLnBrk="0" fontAlgn="base" hangingPunct="0">
              <a:spcBef>
                <a:spcPct val="0"/>
              </a:spcBef>
              <a:spcAft>
                <a:spcPct val="0"/>
              </a:spcAft>
            </a:pPr>
            <a:r>
              <a:rPr lang="en-US" sz="2400" dirty="0">
                <a:solidFill>
                  <a:srgbClr val="2C3EC6"/>
                </a:solidFill>
              </a:rPr>
              <a:t>Switch between llama-3.1-8b (fast) and llama-3.3-70b (accurate) from dropdown.</a:t>
            </a:r>
            <a:endParaRPr lang="en-US" altLang="en-US" sz="2400" dirty="0"/>
          </a:p>
          <a:p>
            <a:pPr algn="just" defTabSz="1219170" eaLnBrk="0" fontAlgn="base" hangingPunct="0">
              <a:spcBef>
                <a:spcPct val="0"/>
              </a:spcBef>
              <a:spcAft>
                <a:spcPct val="0"/>
              </a:spcAft>
            </a:pPr>
            <a:r>
              <a:rPr lang="en-US" altLang="en-US" sz="2400" b="1" dirty="0"/>
              <a:t>Persistent DB</a:t>
            </a:r>
            <a:r>
              <a:rPr lang="en-US" altLang="en-US" sz="2400" dirty="0"/>
              <a:t>: ChromaDB saves embeddings to disk — no reprocessing on restart, instant load.</a:t>
            </a:r>
          </a:p>
          <a:p>
            <a:pPr algn="just" defTabSz="1219170" eaLnBrk="0" fontAlgn="base" hangingPunct="0">
              <a:spcBef>
                <a:spcPct val="0"/>
              </a:spcBef>
              <a:spcAft>
                <a:spcPct val="0"/>
              </a:spcAft>
            </a:pPr>
            <a:endParaRPr lang="en-US" altLang="en-US" sz="2400" b="1" dirty="0"/>
          </a:p>
          <a:p>
            <a:pPr algn="just" defTabSz="1219170" eaLnBrk="0" fontAlgn="base" hangingPunct="0">
              <a:spcBef>
                <a:spcPct val="0"/>
              </a:spcBef>
              <a:spcAft>
                <a:spcPct val="0"/>
              </a:spcAft>
            </a:pPr>
            <a:r>
              <a:rPr lang="en-US" altLang="en-US" sz="2400" b="1" dirty="0"/>
              <a:t>Process visibility</a:t>
            </a:r>
            <a:r>
              <a:rPr lang="en-US" altLang="en-US" sz="2400" dirty="0"/>
              <a:t>: Live status box shows Saving → Reading → Chunking → Embedding → Stored during upload.</a:t>
            </a:r>
          </a:p>
        </p:txBody>
      </p:sp>
    </p:spTree>
    <p:extLst>
      <p:ext uri="{BB962C8B-B14F-4D97-AF65-F5344CB8AC3E}">
        <p14:creationId xmlns:p14="http://schemas.microsoft.com/office/powerpoint/2010/main" val="512577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FF7D0EC-F46E-48DE-9236-6C99BF310D9F}" type="slidenum">
              <a:rPr lang="en-IN" smtClean="0"/>
              <a:pPr/>
              <a:t>2</a:t>
            </a:fld>
            <a:endParaRPr lang="en-IN" dirty="0"/>
          </a:p>
        </p:txBody>
      </p:sp>
      <p:sp>
        <p:nvSpPr>
          <p:cNvPr id="4" name="Title 3"/>
          <p:cNvSpPr>
            <a:spLocks noGrp="1"/>
          </p:cNvSpPr>
          <p:nvPr>
            <p:ph type="title"/>
          </p:nvPr>
        </p:nvSpPr>
        <p:spPr>
          <a:xfrm>
            <a:off x="287360" y="133927"/>
            <a:ext cx="11521280" cy="768083"/>
          </a:xfrm>
        </p:spPr>
        <p:txBody>
          <a:bodyPr/>
          <a:lstStyle/>
          <a:p>
            <a:r>
              <a:rPr lang="en-IN" sz="4267" b="1" u="sng" dirty="0">
                <a:latin typeface="Times New Roman" panose="02020603050405020304" pitchFamily="18" charset="0"/>
                <a:cs typeface="Times New Roman" panose="02020603050405020304" pitchFamily="18" charset="0"/>
              </a:rPr>
              <a:t>Demo Walkthrough</a:t>
            </a:r>
            <a:endParaRPr lang="en-IN" sz="4267" u="sng" dirty="0"/>
          </a:p>
        </p:txBody>
      </p:sp>
      <p:sp>
        <p:nvSpPr>
          <p:cNvPr id="7" name="Rectangle 3">
            <a:extLst>
              <a:ext uri="{FF2B5EF4-FFF2-40B4-BE49-F238E27FC236}">
                <a16:creationId xmlns:a16="http://schemas.microsoft.com/office/drawing/2014/main" id="{9E1D26F6-9C10-7CC4-2E08-1B3329580563}"/>
              </a:ext>
            </a:extLst>
          </p:cNvPr>
          <p:cNvSpPr>
            <a:spLocks noChangeArrowheads="1"/>
          </p:cNvSpPr>
          <p:nvPr/>
        </p:nvSpPr>
        <p:spPr bwMode="auto">
          <a:xfrm>
            <a:off x="474134" y="1336122"/>
            <a:ext cx="11021181"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algn="ctr" defTabSz="1219170" eaLnBrk="0" fontAlgn="base" hangingPunct="0">
              <a:spcBef>
                <a:spcPct val="0"/>
              </a:spcBef>
              <a:spcAft>
                <a:spcPct val="0"/>
              </a:spcAft>
            </a:pPr>
            <a:r>
              <a:rPr lang="en-US" altLang="en-US" sz="2400" b="1" dirty="0">
                <a:solidFill>
                  <a:srgbClr val="2C3EC6"/>
                </a:solidFill>
              </a:rPr>
              <a:t>Run: streamlit run app.py → opens browser at localhost:8501</a:t>
            </a:r>
          </a:p>
          <a:p>
            <a:pPr algn="just" defTabSz="1219170" eaLnBrk="0" fontAlgn="base" hangingPunct="0">
              <a:spcBef>
                <a:spcPct val="0"/>
              </a:spcBef>
              <a:spcAft>
                <a:spcPct val="0"/>
              </a:spcAft>
            </a:pPr>
            <a:r>
              <a:rPr lang="en-US" altLang="en-US" sz="2400" b="1" dirty="0"/>
              <a:t>Step 1</a:t>
            </a:r>
            <a:r>
              <a:rPr lang="en-US" altLang="en-US" sz="2400" dirty="0"/>
              <a:t>: First-time setup — run python ingest.py to load all docs from data/policies/ into ChromaDB.</a:t>
            </a:r>
          </a:p>
          <a:p>
            <a:pPr algn="just" defTabSz="1219170" eaLnBrk="0" fontAlgn="base" hangingPunct="0">
              <a:spcBef>
                <a:spcPct val="0"/>
              </a:spcBef>
              <a:spcAft>
                <a:spcPct val="0"/>
              </a:spcAft>
            </a:pPr>
            <a:r>
              <a:rPr lang="en-US" altLang="en-US" sz="2400" b="1" dirty="0"/>
              <a:t>Step 2</a:t>
            </a:r>
            <a:r>
              <a:rPr lang="en-US" altLang="en-US" sz="2400" dirty="0"/>
              <a:t>: Open app — select model from dropdown (llama-3.1-8b-instant is default, fastest).</a:t>
            </a:r>
          </a:p>
          <a:p>
            <a:pPr algn="just" defTabSz="1219170" eaLnBrk="0" fontAlgn="base" hangingPunct="0">
              <a:spcBef>
                <a:spcPct val="0"/>
              </a:spcBef>
              <a:spcAft>
                <a:spcPct val="0"/>
              </a:spcAft>
            </a:pPr>
            <a:r>
              <a:rPr lang="en-US" altLang="en-US" sz="2400" b="1" dirty="0"/>
              <a:t>Step 3</a:t>
            </a:r>
            <a:r>
              <a:rPr lang="en-US" altLang="en-US" sz="2400" dirty="0"/>
              <a:t>: Click + icon → attach a policy PDF/DOCX → watch live indexing status box complete.</a:t>
            </a:r>
          </a:p>
          <a:p>
            <a:pPr algn="just" defTabSz="1219170" eaLnBrk="0" fontAlgn="base" hangingPunct="0">
              <a:spcBef>
                <a:spcPct val="0"/>
              </a:spcBef>
              <a:spcAft>
                <a:spcPct val="0"/>
              </a:spcAft>
            </a:pPr>
            <a:r>
              <a:rPr lang="en-US" altLang="en-US" sz="2400" b="1" dirty="0">
                <a:solidFill>
                  <a:srgbClr val="002060"/>
                </a:solidFill>
              </a:rPr>
              <a:t>Step 4</a:t>
            </a:r>
            <a:r>
              <a:rPr lang="en-US" altLang="en-US" sz="2400" dirty="0">
                <a:solidFill>
                  <a:srgbClr val="002060"/>
                </a:solidFill>
              </a:rPr>
              <a:t>:</a:t>
            </a:r>
          </a:p>
          <a:p>
            <a:pPr lvl="0" algn="just" eaLnBrk="0" fontAlgn="base" hangingPunct="0">
              <a:spcBef>
                <a:spcPct val="0"/>
              </a:spcBef>
              <a:spcAft>
                <a:spcPct val="0"/>
              </a:spcAft>
            </a:pPr>
            <a:r>
              <a:rPr lang="en-US" sz="2400" dirty="0">
                <a:solidFill>
                  <a:srgbClr val="2C3EC6"/>
                </a:solidFill>
              </a:rPr>
              <a:t>Ask a question — e.g. "How many annual leaves do I get?" — bot replies with exact policy detail.</a:t>
            </a:r>
            <a:endParaRPr lang="en-US" altLang="en-US" sz="2400" dirty="0"/>
          </a:p>
          <a:p>
            <a:pPr algn="just" defTabSz="1219170" eaLnBrk="0" fontAlgn="base" hangingPunct="0">
              <a:spcBef>
                <a:spcPct val="0"/>
              </a:spcBef>
              <a:spcAft>
                <a:spcPct val="0"/>
              </a:spcAft>
            </a:pPr>
            <a:r>
              <a:rPr lang="en-US" altLang="en-US" sz="2400" b="1" dirty="0"/>
              <a:t>Step 5</a:t>
            </a:r>
            <a:r>
              <a:rPr lang="en-US" altLang="en-US" sz="2400" dirty="0"/>
              <a:t>: Ask any question about the uploaded policy — bot answers instantly from the document.</a:t>
            </a:r>
          </a:p>
          <a:p>
            <a:pPr algn="just" defTabSz="1219170" eaLnBrk="0" fontAlgn="base" hangingPunct="0">
              <a:spcBef>
                <a:spcPct val="0"/>
              </a:spcBef>
              <a:spcAft>
                <a:spcPct val="0"/>
              </a:spcAft>
            </a:pPr>
            <a:endParaRPr lang="en-US" altLang="en-US" sz="2400" b="1" dirty="0"/>
          </a:p>
          <a:p>
            <a:pPr algn="just" defTabSz="1219170" eaLnBrk="0" fontAlgn="base" hangingPunct="0">
              <a:spcBef>
                <a:spcPct val="0"/>
              </a:spcBef>
              <a:spcAft>
                <a:spcPct val="0"/>
              </a:spcAft>
            </a:pPr>
            <a:r>
              <a:rPr lang="en-US" altLang="en-US" sz="2400" b="1" dirty="0"/>
              <a:t>Next Steps</a:t>
            </a:r>
            <a:r>
              <a:rPr lang="en-US" altLang="en-US" sz="2400" dirty="0"/>
              <a:t>: Deploy on Streamlit Cloud, add authentication, connect to actual Saksoft policy library.</a:t>
            </a:r>
          </a:p>
        </p:txBody>
      </p:sp>
    </p:spTree>
    <p:extLst>
      <p:ext uri="{BB962C8B-B14F-4D97-AF65-F5344CB8AC3E}">
        <p14:creationId xmlns:p14="http://schemas.microsoft.com/office/powerpoint/2010/main" val="512577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482</Words>
  <Application>Microsoft Office PowerPoint</Application>
  <PresentationFormat>Widescreen</PresentationFormat>
  <Paragraphs>46</Paragraphs>
  <Slides>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Display</vt:lpstr>
      <vt:lpstr>Arial</vt:lpstr>
      <vt:lpstr>Calibri</vt:lpstr>
      <vt:lpstr>Times New Roman</vt:lpstr>
      <vt:lpstr>Office Theme</vt:lpstr>
      <vt:lpstr>PowerPoint Presentation</vt:lpstr>
      <vt:lpstr>What is Artificial Intelligence (AI)</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Swetaparna Tripathy</dc:creator>
  <cp:lastModifiedBy>Vishranti P. Gharge</cp:lastModifiedBy>
  <cp:revision>2</cp:revision>
  <dcterms:created xsi:type="dcterms:W3CDTF">2026-03-26T08:59:04Z</dcterms:created>
  <dcterms:modified xsi:type="dcterms:W3CDTF">2026-04-07T06:04:36Z</dcterms:modified>
</cp:coreProperties>
</file>